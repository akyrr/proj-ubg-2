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62" r:id="rId3"/>
    <p:sldId id="308" r:id="rId4"/>
    <p:sldId id="309" r:id="rId5"/>
    <p:sldId id="276" r:id="rId6"/>
    <p:sldId id="310" r:id="rId7"/>
    <p:sldId id="311" r:id="rId8"/>
    <p:sldId id="312" r:id="rId9"/>
    <p:sldId id="313" r:id="rId10"/>
    <p:sldId id="314" r:id="rId11"/>
    <p:sldId id="315" r:id="rId12"/>
    <p:sldId id="307" r:id="rId13"/>
    <p:sldId id="270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Sora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54839E-159E-462B-9629-698303DF4AB8}">
  <a:tblStyle styleId="{F254839E-159E-462B-9629-698303DF4A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11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997341AD-C293-1094-BE8C-7C452781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79909BA2-F121-E2A3-80A2-2ADE5652C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BEEB4567-A33A-D2E8-5B53-8B96D48F0C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7772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A0ED7883-B6FF-600E-733F-65ADCBC6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89B1EA36-4F5D-1C61-D8BF-8832EE2D9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7A57B8D5-8F56-EEE1-D9FF-F1F8E84DA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821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d1bf8d60a4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d1bf8d60a4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8F9176DA-5604-2F69-3A02-7D1A5B221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14FCCA86-2EB7-2D9E-479E-1766EB365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07A67133-CE90-E302-B860-36355FE7E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796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AF14D051-4A02-0A0A-5C01-B6DB27ED7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F3594F9E-756C-03E1-8F98-5209735B72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3B573A84-271C-F41B-6927-BF9ABFA1C9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460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844335B3-2FD8-FDAB-9B63-657EE2D25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C35B2B10-CFC6-27AA-25B6-CA6E16282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FEC4EB94-58EF-05DD-FE42-D090E619C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149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98341B0F-5D09-A29A-6C0F-1039B65ED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0324A386-C130-708E-4A57-C1F873111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971B3FB3-6249-26BD-1CAE-5FC314AC28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683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7980A3C3-F45C-B171-B330-A55F792F0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23A6F2FD-C729-8C12-0383-FA1DFB1A8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92979E61-16B1-9A41-7D1D-9089B67093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872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1923AFBB-6D53-1E05-FDDE-2812A2345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7FA48553-738D-B7A6-975A-44D4720FD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2C192E82-E346-9528-6977-E9C14D057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1382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>
          <a:extLst>
            <a:ext uri="{FF2B5EF4-FFF2-40B4-BE49-F238E27FC236}">
              <a16:creationId xmlns:a16="http://schemas.microsoft.com/office/drawing/2014/main" id="{0DD776B9-2D64-E0D4-17E7-F2FC6DE47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2fc2de9d97_0_14:notes">
            <a:extLst>
              <a:ext uri="{FF2B5EF4-FFF2-40B4-BE49-F238E27FC236}">
                <a16:creationId xmlns:a16="http://schemas.microsoft.com/office/drawing/2014/main" id="{0B3E200A-40B1-04CB-E1AA-64F49911E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2fc2de9d97_0_14:notes">
            <a:extLst>
              <a:ext uri="{FF2B5EF4-FFF2-40B4-BE49-F238E27FC236}">
                <a16:creationId xmlns:a16="http://schemas.microsoft.com/office/drawing/2014/main" id="{0FFB8711-642A-6AEF-05A3-7B437362A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079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0f41e1924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0f41e19245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4" name="Google Shape;64;p6"/>
            <p:cNvCxnSpPr/>
            <p:nvPr/>
          </p:nvCxnSpPr>
          <p:spPr>
            <a:xfrm rot="-5400000" flipH="1">
              <a:off x="-2079325" y="1859333"/>
              <a:ext cx="4747800" cy="149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name="adj1" fmla="val 519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name="adj1" fmla="val 1429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1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name="adj1" fmla="val 4548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8" r:id="rId5"/>
    <p:sldLayoutId id="2147483662" r:id="rId6"/>
    <p:sldLayoutId id="2147483674" r:id="rId7"/>
    <p:sldLayoutId id="214748367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 &amp; KNN</a:t>
            </a:r>
            <a:endParaRPr dirty="0"/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Materi Dasar </a:t>
            </a:r>
            <a:r>
              <a:rPr lang="en-US" dirty="0" err="1"/>
              <a:t>mengenai</a:t>
            </a:r>
            <a:r>
              <a:rPr lang="en-US" dirty="0"/>
              <a:t> AI &amp; </a:t>
            </a:r>
            <a:r>
              <a:rPr lang="en-US" dirty="0" err="1"/>
              <a:t>Algoritma</a:t>
            </a:r>
            <a:r>
              <a:rPr lang="en-US" dirty="0"/>
              <a:t> KNN</a:t>
            </a:r>
            <a:endParaRPr dirty="0"/>
          </a:p>
        </p:txBody>
      </p:sp>
      <p:cxnSp>
        <p:nvCxnSpPr>
          <p:cNvPr id="370" name="Google Shape;370;p33"/>
          <p:cNvCxnSpPr>
            <a:endCxn id="369" idx="1"/>
          </p:cNvCxnSpPr>
          <p:nvPr/>
        </p:nvCxnSpPr>
        <p:spPr>
          <a:xfrm rot="-5400000" flipH="1">
            <a:off x="1987200" y="1009550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/>
          <p:cNvSpPr txBox="1">
            <a:spLocks noGrp="1"/>
          </p:cNvSpPr>
          <p:nvPr>
            <p:ph type="title"/>
          </p:nvPr>
        </p:nvSpPr>
        <p:spPr>
          <a:xfrm>
            <a:off x="844661" y="1212602"/>
            <a:ext cx="4887892" cy="5604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Pengertian Machine Learning</a:t>
            </a:r>
            <a:endParaRPr sz="2400" dirty="0"/>
          </a:p>
        </p:txBody>
      </p:sp>
      <p:sp>
        <p:nvSpPr>
          <p:cNvPr id="532" name="Google Shape;532;p39"/>
          <p:cNvSpPr txBox="1">
            <a:spLocks noGrp="1"/>
          </p:cNvSpPr>
          <p:nvPr>
            <p:ph type="subTitle" idx="1"/>
          </p:nvPr>
        </p:nvSpPr>
        <p:spPr>
          <a:xfrm>
            <a:off x="920399" y="2287605"/>
            <a:ext cx="4371300" cy="156208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D" sz="2000" dirty="0"/>
              <a:t>Machine Learning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metode</a:t>
            </a:r>
            <a:r>
              <a:rPr lang="en-ID" sz="2000" dirty="0"/>
              <a:t> agar </a:t>
            </a:r>
            <a:r>
              <a:rPr lang="en-ID" sz="2000" dirty="0" err="1"/>
              <a:t>komputer</a:t>
            </a:r>
            <a:r>
              <a:rPr lang="en-ID" sz="2000" dirty="0"/>
              <a:t> </a:t>
            </a:r>
            <a:r>
              <a:rPr lang="en-ID" sz="2000" dirty="0" err="1"/>
              <a:t>bisa</a:t>
            </a:r>
            <a:r>
              <a:rPr lang="en-ID" sz="2000" dirty="0"/>
              <a:t> </a:t>
            </a:r>
            <a:r>
              <a:rPr lang="en-ID" sz="2000" b="1" dirty="0" err="1"/>
              <a:t>belajar</a:t>
            </a:r>
            <a:r>
              <a:rPr lang="en-ID" sz="2000" b="1" dirty="0"/>
              <a:t> </a:t>
            </a:r>
            <a:r>
              <a:rPr lang="en-ID" sz="2000" b="1" dirty="0" err="1"/>
              <a:t>dari</a:t>
            </a:r>
            <a:r>
              <a:rPr lang="en-ID" sz="2000" b="1" dirty="0"/>
              <a:t> data</a:t>
            </a:r>
            <a:r>
              <a:rPr lang="en-ID" sz="2000" dirty="0"/>
              <a:t> dan </a:t>
            </a:r>
            <a:r>
              <a:rPr lang="en-ID" sz="2000" dirty="0" err="1"/>
              <a:t>membuat</a:t>
            </a:r>
            <a:r>
              <a:rPr lang="en-ID" sz="2000" dirty="0"/>
              <a:t> </a:t>
            </a:r>
            <a:r>
              <a:rPr lang="en-ID" sz="2000" dirty="0" err="1"/>
              <a:t>prediksi</a:t>
            </a:r>
            <a:r>
              <a:rPr lang="en-ID" sz="2000" dirty="0"/>
              <a:t> </a:t>
            </a: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diprogram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eksplisit</a:t>
            </a:r>
            <a:r>
              <a:rPr lang="en-ID" sz="2000" dirty="0"/>
              <a:t>.</a:t>
            </a:r>
            <a:endParaRPr sz="2000" dirty="0"/>
          </a:p>
        </p:txBody>
      </p:sp>
      <p:grpSp>
        <p:nvGrpSpPr>
          <p:cNvPr id="533" name="Google Shape;533;p39"/>
          <p:cNvGrpSpPr/>
          <p:nvPr/>
        </p:nvGrpSpPr>
        <p:grpSpPr>
          <a:xfrm>
            <a:off x="5824825" y="1527650"/>
            <a:ext cx="2854173" cy="2794752"/>
            <a:chOff x="5824825" y="1527650"/>
            <a:chExt cx="2854173" cy="2794752"/>
          </a:xfrm>
        </p:grpSpPr>
        <p:sp>
          <p:nvSpPr>
            <p:cNvPr id="534" name="Google Shape;534;p39"/>
            <p:cNvSpPr/>
            <p:nvPr/>
          </p:nvSpPr>
          <p:spPr>
            <a:xfrm>
              <a:off x="6851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7477175" y="4122900"/>
              <a:ext cx="1157331" cy="199500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5974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9"/>
            <p:cNvGrpSpPr/>
            <p:nvPr/>
          </p:nvGrpSpPr>
          <p:grpSpPr>
            <a:xfrm>
              <a:off x="5824825" y="1527650"/>
              <a:ext cx="2854173" cy="2794752"/>
              <a:chOff x="5824825" y="1527650"/>
              <a:chExt cx="2854173" cy="2794752"/>
            </a:xfrm>
          </p:grpSpPr>
          <p:sp>
            <p:nvSpPr>
              <p:cNvPr id="538" name="Google Shape;538;p39"/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219" extrusionOk="0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9"/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avLst/>
                <a:gdLst/>
                <a:ahLst/>
                <a:cxnLst/>
                <a:rect l="l" t="t" r="r" b="b"/>
                <a:pathLst>
                  <a:path w="7615" h="9634" extrusionOk="0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9"/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avLst/>
                <a:gdLst/>
                <a:ahLst/>
                <a:cxnLst/>
                <a:rect l="l" t="t" r="r" b="b"/>
                <a:pathLst>
                  <a:path w="13893" h="13894" extrusionOk="0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9"/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3287" extrusionOk="0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9"/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avLst/>
                <a:gdLst/>
                <a:ahLst/>
                <a:cxnLst/>
                <a:rect l="l" t="t" r="r" b="b"/>
                <a:pathLst>
                  <a:path w="5940" h="7517" extrusionOk="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9"/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avLst/>
                <a:gdLst/>
                <a:ahLst/>
                <a:cxnLst/>
                <a:rect l="l" t="t" r="r" b="b"/>
                <a:pathLst>
                  <a:path w="10831" h="10826" extrusionOk="0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9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60" extrusionOk="0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9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64" extrusionOk="0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9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364" extrusionOk="0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9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63" extrusionOk="0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9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705" h="363" extrusionOk="0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9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63" extrusionOk="0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9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364" extrusionOk="0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9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364" extrusionOk="0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9"/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avLst/>
                <a:gdLst/>
                <a:ahLst/>
                <a:cxnLst/>
                <a:rect l="l" t="t" r="r" b="b"/>
                <a:pathLst>
                  <a:path w="15062" h="33097" extrusionOk="0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9"/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4392" extrusionOk="0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9"/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avLst/>
                <a:gdLst/>
                <a:ahLst/>
                <a:cxnLst/>
                <a:rect l="l" t="t" r="r" b="b"/>
                <a:pathLst>
                  <a:path w="16201" h="34806" extrusionOk="0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9"/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avLst/>
                <a:gdLst/>
                <a:ahLst/>
                <a:cxnLst/>
                <a:rect l="l" t="t" r="r" b="b"/>
                <a:pathLst>
                  <a:path w="10710" h="26996" extrusionOk="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9"/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avLst/>
                <a:gdLst/>
                <a:ahLst/>
                <a:cxnLst/>
                <a:rect l="l" t="t" r="r" b="b"/>
                <a:pathLst>
                  <a:path w="10215" h="13427" extrusionOk="0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9"/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avLst/>
                <a:gdLst/>
                <a:ahLst/>
                <a:cxnLst/>
                <a:rect l="l" t="t" r="r" b="b"/>
                <a:pathLst>
                  <a:path w="5317" h="8597" extrusionOk="0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9"/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avLst/>
                <a:gdLst/>
                <a:ahLst/>
                <a:cxnLst/>
                <a:rect l="l" t="t" r="r" b="b"/>
                <a:pathLst>
                  <a:path w="20034" h="22617" extrusionOk="0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9"/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4449" extrusionOk="0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9"/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avLst/>
                <a:gdLst/>
                <a:ahLst/>
                <a:cxnLst/>
                <a:rect l="l" t="t" r="r" b="b"/>
                <a:pathLst>
                  <a:path w="9237" h="2298" extrusionOk="0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9"/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avLst/>
                <a:gdLst/>
                <a:ahLst/>
                <a:cxnLst/>
                <a:rect l="l" t="t" r="r" b="b"/>
                <a:pathLst>
                  <a:path w="16632" h="4979" extrusionOk="0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9"/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avLst/>
                <a:gdLst/>
                <a:ahLst/>
                <a:cxnLst/>
                <a:rect l="l" t="t" r="r" b="b"/>
                <a:pathLst>
                  <a:path w="17220" h="13784" extrusionOk="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9"/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avLst/>
                <a:gdLst/>
                <a:ahLst/>
                <a:cxnLst/>
                <a:rect l="l" t="t" r="r" b="b"/>
                <a:pathLst>
                  <a:path w="14187" h="9174" extrusionOk="0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9"/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avLst/>
                <a:gdLst/>
                <a:ahLst/>
                <a:cxnLst/>
                <a:rect l="l" t="t" r="r" b="b"/>
                <a:pathLst>
                  <a:path w="11914" h="4047" extrusionOk="0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9"/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991" extrusionOk="0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9"/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232" extrusionOk="0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9"/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232" extrusionOk="0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9"/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4693" h="6176" extrusionOk="0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9"/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622" extrusionOk="0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9"/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avLst/>
                <a:gdLst/>
                <a:ahLst/>
                <a:cxnLst/>
                <a:rect l="l" t="t" r="r" b="b"/>
                <a:pathLst>
                  <a:path w="19004" h="7086" extrusionOk="0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9"/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1" h="4915" extrusionOk="0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9"/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4915" extrusionOk="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9"/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4886" extrusionOk="0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9"/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912" extrusionOk="0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9"/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1304" extrusionOk="0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9"/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14371" extrusionOk="0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9"/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1330" extrusionOk="0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9"/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avLst/>
                <a:gdLst/>
                <a:ahLst/>
                <a:cxnLst/>
                <a:rect l="l" t="t" r="r" b="b"/>
                <a:pathLst>
                  <a:path w="4697" h="4012" extrusionOk="0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9"/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avLst/>
                <a:gdLst/>
                <a:ahLst/>
                <a:cxnLst/>
                <a:rect l="l" t="t" r="r" b="b"/>
                <a:pathLst>
                  <a:path w="2320" h="3627" extrusionOk="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9"/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56" extrusionOk="0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9"/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815" extrusionOk="0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9"/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avLst/>
                <a:gdLst/>
                <a:ahLst/>
                <a:cxnLst/>
                <a:rect l="l" t="t" r="r" b="b"/>
                <a:pathLst>
                  <a:path w="1354" h="1664" extrusionOk="0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9"/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1383" extrusionOk="0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9"/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2838" extrusionOk="0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9"/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10009" extrusionOk="0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9"/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avLst/>
                <a:gdLst/>
                <a:ahLst/>
                <a:cxnLst/>
                <a:rect l="l" t="t" r="r" b="b"/>
                <a:pathLst>
                  <a:path w="2516" h="9951" extrusionOk="0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9"/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9721" extrusionOk="0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9"/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2314" extrusionOk="0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9"/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avLst/>
                <a:gdLst/>
                <a:ahLst/>
                <a:cxnLst/>
                <a:rect l="l" t="t" r="r" b="b"/>
                <a:pathLst>
                  <a:path w="4207" h="7235" extrusionOk="0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9"/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6372" extrusionOk="0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9"/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911" extrusionOk="0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9"/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6176" extrusionOk="0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9"/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4576" extrusionOk="0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9"/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890" extrusionOk="0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9"/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6176" extrusionOk="0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9"/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avLst/>
                <a:gdLst/>
                <a:ahLst/>
                <a:cxnLst/>
                <a:rect l="l" t="t" r="r" b="b"/>
                <a:pathLst>
                  <a:path w="14273" h="11287" extrusionOk="0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9"/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avLst/>
                <a:gdLst/>
                <a:ahLst/>
                <a:cxnLst/>
                <a:rect l="l" t="t" r="r" b="b"/>
                <a:pathLst>
                  <a:path w="20575" h="20569" extrusionOk="0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DADC2471-446F-4DB2-254D-2F2F473F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CE483DBE-AA11-233F-35D2-C0B77BCFA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Jenis-jenis Machine Learning</a:t>
            </a:r>
            <a:endParaRPr dirty="0"/>
          </a:p>
        </p:txBody>
      </p:sp>
      <p:sp>
        <p:nvSpPr>
          <p:cNvPr id="606" name="Google Shape;606;p40">
            <a:extLst>
              <a:ext uri="{FF2B5EF4-FFF2-40B4-BE49-F238E27FC236}">
                <a16:creationId xmlns:a16="http://schemas.microsoft.com/office/drawing/2014/main" id="{22BDF045-658A-EE54-2643-617DB528B43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Unsupervised</a:t>
            </a:r>
            <a:endParaRPr dirty="0"/>
          </a:p>
        </p:txBody>
      </p:sp>
      <p:sp>
        <p:nvSpPr>
          <p:cNvPr id="607" name="Google Shape;607;p40">
            <a:extLst>
              <a:ext uri="{FF2B5EF4-FFF2-40B4-BE49-F238E27FC236}">
                <a16:creationId xmlns:a16="http://schemas.microsoft.com/office/drawing/2014/main" id="{813450E9-2AC7-1548-96D0-3686C86787E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Supervised</a:t>
            </a:r>
            <a:endParaRPr dirty="0"/>
          </a:p>
        </p:txBody>
      </p:sp>
      <p:pic>
        <p:nvPicPr>
          <p:cNvPr id="1026" name="Picture 2" descr="Pembelajaran terawasi - Wikipedia">
            <a:extLst>
              <a:ext uri="{FF2B5EF4-FFF2-40B4-BE49-F238E27FC236}">
                <a16:creationId xmlns:a16="http://schemas.microsoft.com/office/drawing/2014/main" id="{296B0F11-88DE-F2DA-38AE-9CCAF80D0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07" y="1483143"/>
            <a:ext cx="680085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38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223DC2A8-519F-7F93-B4A6-9F4DEA46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AA67F587-92C4-8C45-3797-43A705B1B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Jenis-jenis Supervised</a:t>
            </a:r>
            <a:endParaRPr dirty="0"/>
          </a:p>
        </p:txBody>
      </p:sp>
      <p:pic>
        <p:nvPicPr>
          <p:cNvPr id="3074" name="Picture 2" descr="Why Is It Called &quot;Logistic Regression&quot; and Not &quot;Logistic Classification&quot;? -  HubPages">
            <a:extLst>
              <a:ext uri="{FF2B5EF4-FFF2-40B4-BE49-F238E27FC236}">
                <a16:creationId xmlns:a16="http://schemas.microsoft.com/office/drawing/2014/main" id="{8BA09152-C283-0A12-ECD0-7AE694502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17" y="1203157"/>
            <a:ext cx="6875007" cy="359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72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Tahap Pembuatan Machine Learning</a:t>
            </a:r>
            <a:endParaRPr dirty="0"/>
          </a:p>
        </p:txBody>
      </p:sp>
      <p:sp>
        <p:nvSpPr>
          <p:cNvPr id="976" name="Google Shape;976;p53"/>
          <p:cNvSpPr txBox="1"/>
          <p:nvPr/>
        </p:nvSpPr>
        <p:spPr>
          <a:xfrm>
            <a:off x="720000" y="1873325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7" name="Google Shape;977;p53"/>
          <p:cNvSpPr txBox="1"/>
          <p:nvPr/>
        </p:nvSpPr>
        <p:spPr>
          <a:xfrm>
            <a:off x="720000" y="1412400"/>
            <a:ext cx="23388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Preprocessing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9" name="Google Shape;979;p53"/>
          <p:cNvSpPr txBox="1"/>
          <p:nvPr/>
        </p:nvSpPr>
        <p:spPr>
          <a:xfrm>
            <a:off x="3402600" y="1412400"/>
            <a:ext cx="23388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EDA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0" name="Google Shape;980;p53"/>
          <p:cNvSpPr txBox="1"/>
          <p:nvPr/>
        </p:nvSpPr>
        <p:spPr>
          <a:xfrm>
            <a:off x="6085200" y="1873325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1" name="Google Shape;981;p53"/>
          <p:cNvSpPr txBox="1"/>
          <p:nvPr/>
        </p:nvSpPr>
        <p:spPr>
          <a:xfrm>
            <a:off x="6085200" y="1412400"/>
            <a:ext cx="23388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Modelling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4" name="Google Shape;984;p53"/>
          <p:cNvSpPr txBox="1"/>
          <p:nvPr/>
        </p:nvSpPr>
        <p:spPr>
          <a:xfrm>
            <a:off x="3402600" y="3704473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5" name="Google Shape;985;p53"/>
          <p:cNvSpPr txBox="1"/>
          <p:nvPr/>
        </p:nvSpPr>
        <p:spPr>
          <a:xfrm>
            <a:off x="3402600" y="3243543"/>
            <a:ext cx="23388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GUI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6" name="Google Shape;986;p53"/>
          <p:cNvSpPr txBox="1"/>
          <p:nvPr/>
        </p:nvSpPr>
        <p:spPr>
          <a:xfrm>
            <a:off x="6085200" y="3704473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7" name="Google Shape;987;p53"/>
          <p:cNvSpPr txBox="1"/>
          <p:nvPr/>
        </p:nvSpPr>
        <p:spPr>
          <a:xfrm>
            <a:off x="6085200" y="3243543"/>
            <a:ext cx="23388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Evaluation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88" name="Google Shape;988;p53"/>
          <p:cNvCxnSpPr>
            <a:stCxn id="977" idx="3"/>
            <a:endCxn id="979" idx="1"/>
          </p:cNvCxnSpPr>
          <p:nvPr/>
        </p:nvCxnSpPr>
        <p:spPr>
          <a:xfrm>
            <a:off x="3058800" y="1641000"/>
            <a:ext cx="3438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89" name="Google Shape;989;p53"/>
          <p:cNvCxnSpPr>
            <a:stCxn id="979" idx="3"/>
            <a:endCxn id="981" idx="1"/>
          </p:cNvCxnSpPr>
          <p:nvPr/>
        </p:nvCxnSpPr>
        <p:spPr>
          <a:xfrm>
            <a:off x="5741400" y="1641000"/>
            <a:ext cx="3438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0" name="Google Shape;990;p53"/>
          <p:cNvCxnSpPr>
            <a:cxnSpLocks/>
            <a:stCxn id="987" idx="0"/>
            <a:endCxn id="980" idx="0"/>
          </p:cNvCxnSpPr>
          <p:nvPr/>
        </p:nvCxnSpPr>
        <p:spPr>
          <a:xfrm rot="5400000" flipH="1" flipV="1">
            <a:off x="6569491" y="2558434"/>
            <a:ext cx="1370218" cy="12700"/>
          </a:xfrm>
          <a:prstGeom prst="bentConnector5">
            <a:avLst>
              <a:gd name="adj1" fmla="val 23798"/>
              <a:gd name="adj2" fmla="val 57874"/>
              <a:gd name="adj3" fmla="val 7358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2" name="Google Shape;992;p53"/>
          <p:cNvCxnSpPr>
            <a:stCxn id="985" idx="3"/>
            <a:endCxn id="987" idx="1"/>
          </p:cNvCxnSpPr>
          <p:nvPr/>
        </p:nvCxnSpPr>
        <p:spPr>
          <a:xfrm>
            <a:off x="5741400" y="3472143"/>
            <a:ext cx="3438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D0DA8B55-8C19-A268-94D3-D168D058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D01312BA-6A62-11DA-F646-F8EF36BA3C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Preprocessing Data</a:t>
            </a:r>
            <a:endParaRPr dirty="0"/>
          </a:p>
        </p:txBody>
      </p:sp>
      <p:pic>
        <p:nvPicPr>
          <p:cNvPr id="4100" name="Picture 4" descr="Praproses Data dalam Pembelajaran Mesin">
            <a:extLst>
              <a:ext uri="{FF2B5EF4-FFF2-40B4-BE49-F238E27FC236}">
                <a16:creationId xmlns:a16="http://schemas.microsoft.com/office/drawing/2014/main" id="{F42334B9-AE6D-39D7-35DD-56DD569539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0" t="17843" r="6191" b="9840"/>
          <a:stretch>
            <a:fillRect/>
          </a:stretch>
        </p:blipFill>
        <p:spPr bwMode="auto">
          <a:xfrm>
            <a:off x="1528010" y="1179095"/>
            <a:ext cx="6087979" cy="3343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956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D94B7621-364D-C81B-1EAA-224CD387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AE545E48-734C-4733-724E-C7F1441491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Exploratory Data Analysis</a:t>
            </a:r>
            <a:endParaRPr dirty="0"/>
          </a:p>
        </p:txBody>
      </p:sp>
      <p:pic>
        <p:nvPicPr>
          <p:cNvPr id="5122" name="Picture 2" descr="An outlier that is deviated from the population. | Download Scientific  Diagram">
            <a:extLst>
              <a:ext uri="{FF2B5EF4-FFF2-40B4-BE49-F238E27FC236}">
                <a16:creationId xmlns:a16="http://schemas.microsoft.com/office/drawing/2014/main" id="{359B1730-CBFD-782A-014E-0BBFEF761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30278"/>
            <a:ext cx="2566845" cy="237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ari 25: ⚡ Feature Selection (Pake fitur yang penting” aja) | by Aji  Maulana | Medium">
            <a:extLst>
              <a:ext uri="{FF2B5EF4-FFF2-40B4-BE49-F238E27FC236}">
                <a16:creationId xmlns:a16="http://schemas.microsoft.com/office/drawing/2014/main" id="{DE45E06C-DFF5-F4A7-AD0B-295EB0078D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" t="2559" r="3242" b="3573"/>
          <a:stretch>
            <a:fillRect/>
          </a:stretch>
        </p:blipFill>
        <p:spPr bwMode="auto">
          <a:xfrm>
            <a:off x="1106907" y="1630278"/>
            <a:ext cx="2959767" cy="237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79;p53">
            <a:extLst>
              <a:ext uri="{FF2B5EF4-FFF2-40B4-BE49-F238E27FC236}">
                <a16:creationId xmlns:a16="http://schemas.microsoft.com/office/drawing/2014/main" id="{651CBC0E-85B7-F84B-DC06-9956B903F60C}"/>
              </a:ext>
            </a:extLst>
          </p:cNvPr>
          <p:cNvSpPr txBox="1"/>
          <p:nvPr/>
        </p:nvSpPr>
        <p:spPr>
          <a:xfrm>
            <a:off x="1429421" y="4195274"/>
            <a:ext cx="2338800" cy="30453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Korelasi antar fitur</a:t>
            </a:r>
            <a:endParaRPr sz="15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" name="Google Shape;979;p53">
            <a:extLst>
              <a:ext uri="{FF2B5EF4-FFF2-40B4-BE49-F238E27FC236}">
                <a16:creationId xmlns:a16="http://schemas.microsoft.com/office/drawing/2014/main" id="{EF6EB78A-6A74-7868-1A8F-6745D8E96918}"/>
              </a:ext>
            </a:extLst>
          </p:cNvPr>
          <p:cNvSpPr txBox="1"/>
          <p:nvPr/>
        </p:nvSpPr>
        <p:spPr>
          <a:xfrm>
            <a:off x="4686022" y="4195274"/>
            <a:ext cx="2338800" cy="30453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Deteksi Outlier</a:t>
            </a:r>
            <a:endParaRPr sz="15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  <p:extLst>
      <p:ext uri="{BB962C8B-B14F-4D97-AF65-F5344CB8AC3E}">
        <p14:creationId xmlns:p14="http://schemas.microsoft.com/office/powerpoint/2010/main" val="3652417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8F760702-2B31-A1E7-8517-AEDBCBCE2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2B0B7FEB-C1F3-0282-03CC-2A42124678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Modelling (KNN)</a:t>
            </a:r>
            <a:endParaRPr dirty="0"/>
          </a:p>
        </p:txBody>
      </p:sp>
      <p:pic>
        <p:nvPicPr>
          <p:cNvPr id="6150" name="Picture 6" descr="Klasifikasi K-NN Menggunakan Data Tooth Growth di R | by QOLBIYATUL LINA |  Medium">
            <a:extLst>
              <a:ext uri="{FF2B5EF4-FFF2-40B4-BE49-F238E27FC236}">
                <a16:creationId xmlns:a16="http://schemas.microsoft.com/office/drawing/2014/main" id="{91E4AF0B-B303-AE60-D8A4-E1E745E98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224" y="1261425"/>
            <a:ext cx="4596523" cy="343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551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49821DBF-68B0-15C6-3132-BB0839EBD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C54428FE-F64C-189C-1DAC-C98F42B9BB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Rumus KNN menggunakan Euclidean Distance</a:t>
            </a:r>
            <a:endParaRPr sz="2200" dirty="0"/>
          </a:p>
        </p:txBody>
      </p:sp>
      <p:pic>
        <p:nvPicPr>
          <p:cNvPr id="7170" name="Picture 2" descr="Algoritma K-Nearest Neighbor (KNN) untuk Klasifikasi - IlmudataPy">
            <a:extLst>
              <a:ext uri="{FF2B5EF4-FFF2-40B4-BE49-F238E27FC236}">
                <a16:creationId xmlns:a16="http://schemas.microsoft.com/office/drawing/2014/main" id="{E73586E1-5DF5-D38B-E6CA-0CD38D8DB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37880"/>
            <a:ext cx="3164973" cy="3560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lgoritma K-Nearest Neighbor (KNN) untuk Klasifikasi - IlmudataPy">
            <a:extLst>
              <a:ext uri="{FF2B5EF4-FFF2-40B4-BE49-F238E27FC236}">
                <a16:creationId xmlns:a16="http://schemas.microsoft.com/office/drawing/2014/main" id="{4DD2CF2C-1A92-D387-4C7B-9A55482D4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03" y="1137880"/>
            <a:ext cx="302895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532;p39">
            <a:extLst>
              <a:ext uri="{FF2B5EF4-FFF2-40B4-BE49-F238E27FC236}">
                <a16:creationId xmlns:a16="http://schemas.microsoft.com/office/drawing/2014/main" id="{3E9DA383-33D8-761E-A410-CFF6E3BC32D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15903" y="2324835"/>
            <a:ext cx="4371300" cy="156208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D" sz="1000" dirty="0" err="1"/>
              <a:t>Keterangan</a:t>
            </a:r>
            <a:r>
              <a:rPr lang="en-ID" sz="1000" dirty="0"/>
              <a:t>:</a:t>
            </a:r>
          </a:p>
          <a:p>
            <a:pPr marL="0" lvl="0" indent="0"/>
            <a:r>
              <a:rPr lang="en-ID" sz="1000" b="1" dirty="0"/>
              <a:t>x₁</a:t>
            </a:r>
            <a:r>
              <a:rPr lang="en-ID" sz="1000" dirty="0"/>
              <a:t> = </a:t>
            </a:r>
            <a:r>
              <a:rPr lang="en-ID" sz="1000" dirty="0" err="1"/>
              <a:t>vektor</a:t>
            </a:r>
            <a:r>
              <a:rPr lang="en-ID" sz="1000" dirty="0"/>
              <a:t> data testing (data </a:t>
            </a:r>
            <a:r>
              <a:rPr lang="en-ID" sz="1000" dirty="0" err="1"/>
              <a:t>baru</a:t>
            </a:r>
            <a:r>
              <a:rPr lang="en-ID" sz="1000" dirty="0"/>
              <a:t> yang </a:t>
            </a:r>
            <a:r>
              <a:rPr lang="en-ID" sz="1000" dirty="0" err="1"/>
              <a:t>ingin</a:t>
            </a:r>
            <a:r>
              <a:rPr lang="en-ID" sz="1000" dirty="0"/>
              <a:t> </a:t>
            </a:r>
            <a:r>
              <a:rPr lang="en-ID" sz="1000" dirty="0" err="1"/>
              <a:t>diprediksi</a:t>
            </a:r>
            <a:r>
              <a:rPr lang="en-ID" sz="1000" dirty="0"/>
              <a:t>)</a:t>
            </a:r>
            <a:br>
              <a:rPr lang="en-ID" sz="1000" dirty="0"/>
            </a:br>
            <a:r>
              <a:rPr lang="en-ID" sz="1000" b="1" dirty="0"/>
              <a:t>x₂</a:t>
            </a:r>
            <a:r>
              <a:rPr lang="en-ID" sz="1000" dirty="0"/>
              <a:t> = </a:t>
            </a:r>
            <a:r>
              <a:rPr lang="en-ID" sz="1000" dirty="0" err="1"/>
              <a:t>vektor</a:t>
            </a:r>
            <a:r>
              <a:rPr lang="en-ID" sz="1000" dirty="0"/>
              <a:t> salah </a:t>
            </a:r>
            <a:r>
              <a:rPr lang="en-ID" sz="1000" dirty="0" err="1"/>
              <a:t>satu</a:t>
            </a:r>
            <a:r>
              <a:rPr lang="en-ID" sz="1000" dirty="0"/>
              <a:t> data training (data </a:t>
            </a:r>
            <a:r>
              <a:rPr lang="en-ID" sz="1000" dirty="0" err="1"/>
              <a:t>pembanding</a:t>
            </a:r>
            <a:r>
              <a:rPr lang="en-ID" sz="1000" dirty="0"/>
              <a:t>)</a:t>
            </a:r>
            <a:br>
              <a:rPr lang="en-ID" sz="1000" dirty="0"/>
            </a:br>
            <a:r>
              <a:rPr lang="en-ID" sz="1000" b="1" dirty="0"/>
              <a:t>n</a:t>
            </a:r>
            <a:r>
              <a:rPr lang="en-ID" sz="1000" dirty="0"/>
              <a:t> = </a:t>
            </a:r>
            <a:r>
              <a:rPr lang="en-ID" sz="1000" dirty="0" err="1"/>
              <a:t>jumlah</a:t>
            </a:r>
            <a:r>
              <a:rPr lang="en-ID" sz="1000" dirty="0"/>
              <a:t> </a:t>
            </a:r>
            <a:r>
              <a:rPr lang="en-ID" sz="1000" dirty="0" err="1"/>
              <a:t>fitur</a:t>
            </a:r>
            <a:r>
              <a:rPr lang="en-ID" sz="1000" dirty="0"/>
              <a:t> / </a:t>
            </a:r>
            <a:r>
              <a:rPr lang="en-ID" sz="1000" dirty="0" err="1"/>
              <a:t>jumlah</a:t>
            </a:r>
            <a:r>
              <a:rPr lang="en-ID" sz="1000" dirty="0"/>
              <a:t> </a:t>
            </a:r>
            <a:r>
              <a:rPr lang="en-ID" sz="1000" dirty="0" err="1"/>
              <a:t>atribut</a:t>
            </a:r>
            <a:r>
              <a:rPr lang="en-ID" sz="1000" dirty="0"/>
              <a:t> </a:t>
            </a:r>
            <a:r>
              <a:rPr lang="en-ID" sz="1000" dirty="0" err="1"/>
              <a:t>dalam</a:t>
            </a:r>
            <a:r>
              <a:rPr lang="en-ID" sz="1000" dirty="0"/>
              <a:t> data</a:t>
            </a:r>
            <a:br>
              <a:rPr lang="en-ID" sz="1000" dirty="0"/>
            </a:br>
            <a:r>
              <a:rPr lang="en-ID" sz="1000" b="1" dirty="0" err="1"/>
              <a:t>i</a:t>
            </a:r>
            <a:r>
              <a:rPr lang="en-ID" sz="1000" dirty="0"/>
              <a:t> = </a:t>
            </a:r>
            <a:r>
              <a:rPr lang="en-ID" sz="1000" dirty="0" err="1"/>
              <a:t>indeks</a:t>
            </a:r>
            <a:r>
              <a:rPr lang="en-ID" sz="1000" dirty="0"/>
              <a:t> </a:t>
            </a:r>
            <a:r>
              <a:rPr lang="en-ID" sz="1000" dirty="0" err="1"/>
              <a:t>fitur</a:t>
            </a:r>
            <a:r>
              <a:rPr lang="en-ID" sz="1000" dirty="0"/>
              <a:t> </a:t>
            </a:r>
            <a:r>
              <a:rPr lang="en-ID" sz="1000" dirty="0" err="1"/>
              <a:t>ke-i</a:t>
            </a:r>
            <a:r>
              <a:rPr lang="en-ID" sz="1000" dirty="0"/>
              <a:t> (</a:t>
            </a:r>
            <a:r>
              <a:rPr lang="en-ID" sz="1000" dirty="0" err="1"/>
              <a:t>penanda</a:t>
            </a:r>
            <a:r>
              <a:rPr lang="en-ID" sz="1000" dirty="0"/>
              <a:t> </a:t>
            </a:r>
            <a:r>
              <a:rPr lang="en-ID" sz="1000" dirty="0" err="1"/>
              <a:t>urutan</a:t>
            </a:r>
            <a:r>
              <a:rPr lang="en-ID" sz="1000" dirty="0"/>
              <a:t> </a:t>
            </a:r>
            <a:r>
              <a:rPr lang="en-ID" sz="1000" dirty="0" err="1"/>
              <a:t>fitur</a:t>
            </a:r>
            <a:r>
              <a:rPr lang="en-ID" sz="1000" dirty="0"/>
              <a:t> </a:t>
            </a:r>
            <a:r>
              <a:rPr lang="en-ID" sz="1000" dirty="0" err="1"/>
              <a:t>dari</a:t>
            </a:r>
            <a:r>
              <a:rPr lang="en-ID" sz="1000" dirty="0"/>
              <a:t> 1 </a:t>
            </a:r>
            <a:r>
              <a:rPr lang="en-ID" sz="1000" dirty="0" err="1"/>
              <a:t>sampai</a:t>
            </a:r>
            <a:r>
              <a:rPr lang="en-ID" sz="1000" dirty="0"/>
              <a:t> n)</a:t>
            </a:r>
            <a:br>
              <a:rPr lang="en-ID" sz="1000" dirty="0"/>
            </a:br>
            <a:r>
              <a:rPr lang="en-ID" sz="1000" b="1" dirty="0"/>
              <a:t>x₁ᵢ</a:t>
            </a:r>
            <a:r>
              <a:rPr lang="en-ID" sz="1000" dirty="0"/>
              <a:t> = </a:t>
            </a:r>
            <a:r>
              <a:rPr lang="en-ID" sz="1000" dirty="0" err="1"/>
              <a:t>nilai</a:t>
            </a:r>
            <a:r>
              <a:rPr lang="en-ID" sz="1000" dirty="0"/>
              <a:t> </a:t>
            </a:r>
            <a:r>
              <a:rPr lang="en-ID" sz="1000" dirty="0" err="1"/>
              <a:t>fitur</a:t>
            </a:r>
            <a:r>
              <a:rPr lang="en-ID" sz="1000" dirty="0"/>
              <a:t> </a:t>
            </a:r>
            <a:r>
              <a:rPr lang="en-ID" sz="1000" dirty="0" err="1"/>
              <a:t>ke-i</a:t>
            </a:r>
            <a:r>
              <a:rPr lang="en-ID" sz="1000" dirty="0"/>
              <a:t> pada data testing</a:t>
            </a:r>
            <a:br>
              <a:rPr lang="en-ID" sz="1000" dirty="0"/>
            </a:br>
            <a:r>
              <a:rPr lang="en-ID" sz="1000" b="1" dirty="0"/>
              <a:t>x₂ᵢ</a:t>
            </a:r>
            <a:r>
              <a:rPr lang="en-ID" sz="1000" dirty="0"/>
              <a:t> = </a:t>
            </a:r>
            <a:r>
              <a:rPr lang="en-ID" sz="1000" dirty="0" err="1"/>
              <a:t>nilai</a:t>
            </a:r>
            <a:r>
              <a:rPr lang="en-ID" sz="1000" dirty="0"/>
              <a:t> </a:t>
            </a:r>
            <a:r>
              <a:rPr lang="en-ID" sz="1000" dirty="0" err="1"/>
              <a:t>fitur</a:t>
            </a:r>
            <a:r>
              <a:rPr lang="en-ID" sz="1000" dirty="0"/>
              <a:t> </a:t>
            </a:r>
            <a:r>
              <a:rPr lang="en-ID" sz="1000" dirty="0" err="1"/>
              <a:t>ke-i</a:t>
            </a:r>
            <a:r>
              <a:rPr lang="en-ID" sz="1000" dirty="0"/>
              <a:t> pada data training</a:t>
            </a:r>
          </a:p>
        </p:txBody>
      </p:sp>
    </p:spTree>
    <p:extLst>
      <p:ext uri="{BB962C8B-B14F-4D97-AF65-F5344CB8AC3E}">
        <p14:creationId xmlns:p14="http://schemas.microsoft.com/office/powerpoint/2010/main" val="3791509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D2B3D49D-EC17-9304-DFAF-A2C6988AF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D3E976B6-0EEE-5C7C-C229-D478FC7A7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2200" dirty="0"/>
              <a:t>Pseudocode KNN</a:t>
            </a:r>
            <a:endParaRPr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81245D-A4F0-A75F-BF8A-2CE42C950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17" y="1123378"/>
            <a:ext cx="6239746" cy="97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13A51A-8840-BEC1-DF54-8A12DB004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17" y="2247206"/>
            <a:ext cx="6420746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86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B7623C81-999D-4EEC-A319-54A9A845A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D3F321CE-5500-B35B-46DF-734D9AB8AB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2200" dirty="0" err="1"/>
              <a:t>Evaluasi</a:t>
            </a:r>
            <a:r>
              <a:rPr lang="en-ID" sz="2200" dirty="0"/>
              <a:t> KNN</a:t>
            </a:r>
            <a:endParaRPr sz="2200" dirty="0"/>
          </a:p>
        </p:txBody>
      </p:sp>
      <p:pic>
        <p:nvPicPr>
          <p:cNvPr id="8194" name="Picture 2" descr="Confusion Matrix untuk Evaluasi Model pada Supervised Learning | by  Kuncahyo Setyo Nugroho | Medium">
            <a:extLst>
              <a:ext uri="{FF2B5EF4-FFF2-40B4-BE49-F238E27FC236}">
                <a16:creationId xmlns:a16="http://schemas.microsoft.com/office/drawing/2014/main" id="{FF8B065C-5663-53A0-B0EB-9F86C5B1E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494" y="1017725"/>
            <a:ext cx="5582569" cy="3616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541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>
          <a:extLst>
            <a:ext uri="{FF2B5EF4-FFF2-40B4-BE49-F238E27FC236}">
              <a16:creationId xmlns:a16="http://schemas.microsoft.com/office/drawing/2014/main" id="{210282B0-95A0-2954-2393-28B3A55D4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>
            <a:extLst>
              <a:ext uri="{FF2B5EF4-FFF2-40B4-BE49-F238E27FC236}">
                <a16:creationId xmlns:a16="http://schemas.microsoft.com/office/drawing/2014/main" id="{60687E6C-2AB5-B51D-F052-AA9AB05218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8054" y="418517"/>
            <a:ext cx="4887892" cy="5604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Post-Test</a:t>
            </a: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9C071-AF68-03D1-4EB1-DD53A176D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509" y="1230350"/>
            <a:ext cx="2754981" cy="2754981"/>
          </a:xfrm>
          <a:prstGeom prst="rect">
            <a:avLst/>
          </a:prstGeom>
        </p:spPr>
      </p:pic>
      <p:sp>
        <p:nvSpPr>
          <p:cNvPr id="6" name="Google Shape;532;p39">
            <a:extLst>
              <a:ext uri="{FF2B5EF4-FFF2-40B4-BE49-F238E27FC236}">
                <a16:creationId xmlns:a16="http://schemas.microsoft.com/office/drawing/2014/main" id="{DD82B6FD-CAAE-9A51-DBDE-5A14D42A7C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73246" y="2927294"/>
            <a:ext cx="4371300" cy="156208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D" sz="1500" b="1" dirty="0"/>
              <a:t>https://forms.gle/km1eU368dSzikvex8</a:t>
            </a:r>
          </a:p>
        </p:txBody>
      </p:sp>
    </p:spTree>
    <p:extLst>
      <p:ext uri="{BB962C8B-B14F-4D97-AF65-F5344CB8AC3E}">
        <p14:creationId xmlns:p14="http://schemas.microsoft.com/office/powerpoint/2010/main" val="2408271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7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grpSp>
        <p:nvGrpSpPr>
          <p:cNvPr id="826" name="Google Shape;826;p47"/>
          <p:cNvGrpSpPr/>
          <p:nvPr/>
        </p:nvGrpSpPr>
        <p:grpSpPr>
          <a:xfrm>
            <a:off x="5577299" y="769535"/>
            <a:ext cx="3338639" cy="3282989"/>
            <a:chOff x="5577299" y="769535"/>
            <a:chExt cx="3338639" cy="3282989"/>
          </a:xfrm>
        </p:grpSpPr>
        <p:grpSp>
          <p:nvGrpSpPr>
            <p:cNvPr id="827" name="Google Shape;827;p47"/>
            <p:cNvGrpSpPr/>
            <p:nvPr/>
          </p:nvGrpSpPr>
          <p:grpSpPr>
            <a:xfrm>
              <a:off x="5577299" y="1652817"/>
              <a:ext cx="3338639" cy="2399708"/>
              <a:chOff x="5577299" y="1652817"/>
              <a:chExt cx="3338639" cy="2399708"/>
            </a:xfrm>
          </p:grpSpPr>
          <p:sp>
            <p:nvSpPr>
              <p:cNvPr id="828" name="Google Shape;828;p47"/>
              <p:cNvSpPr/>
              <p:nvPr/>
            </p:nvSpPr>
            <p:spPr>
              <a:xfrm>
                <a:off x="5577299" y="3926350"/>
                <a:ext cx="3338639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48848" h="1987" extrusionOk="0">
                    <a:moveTo>
                      <a:pt x="48848" y="996"/>
                    </a:moveTo>
                    <a:cubicBezTo>
                      <a:pt x="48848" y="1543"/>
                      <a:pt x="37914" y="1986"/>
                      <a:pt x="24424" y="1986"/>
                    </a:cubicBezTo>
                    <a:cubicBezTo>
                      <a:pt x="10935" y="1986"/>
                      <a:pt x="1" y="1543"/>
                      <a:pt x="1" y="996"/>
                    </a:cubicBezTo>
                    <a:cubicBezTo>
                      <a:pt x="1" y="450"/>
                      <a:pt x="10935" y="1"/>
                      <a:pt x="24424" y="1"/>
                    </a:cubicBezTo>
                    <a:cubicBezTo>
                      <a:pt x="37914" y="1"/>
                      <a:pt x="48848" y="450"/>
                      <a:pt x="48848" y="996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6228754" y="2129902"/>
                <a:ext cx="1911687" cy="1257580"/>
              </a:xfrm>
              <a:custGeom>
                <a:avLst/>
                <a:gdLst/>
                <a:ahLst/>
                <a:cxnLst/>
                <a:rect l="l" t="t" r="r" b="b"/>
                <a:pathLst>
                  <a:path w="32885" h="21633" extrusionOk="0">
                    <a:moveTo>
                      <a:pt x="32309" y="21633"/>
                    </a:moveTo>
                    <a:lnTo>
                      <a:pt x="576" y="21633"/>
                    </a:lnTo>
                    <a:cubicBezTo>
                      <a:pt x="260" y="21633"/>
                      <a:pt x="1" y="21374"/>
                      <a:pt x="1" y="21057"/>
                    </a:cubicBezTo>
                    <a:lnTo>
                      <a:pt x="1" y="576"/>
                    </a:lnTo>
                    <a:cubicBezTo>
                      <a:pt x="1" y="259"/>
                      <a:pt x="260" y="0"/>
                      <a:pt x="576" y="0"/>
                    </a:cubicBezTo>
                    <a:lnTo>
                      <a:pt x="32309" y="0"/>
                    </a:lnTo>
                    <a:cubicBezTo>
                      <a:pt x="32625" y="0"/>
                      <a:pt x="32884" y="259"/>
                      <a:pt x="32884" y="576"/>
                    </a:cubicBezTo>
                    <a:lnTo>
                      <a:pt x="32884" y="21057"/>
                    </a:lnTo>
                    <a:cubicBezTo>
                      <a:pt x="32884" y="21374"/>
                      <a:pt x="32625" y="21633"/>
                      <a:pt x="32309" y="21633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6233463" y="2134553"/>
                <a:ext cx="1901921" cy="1247930"/>
              </a:xfrm>
              <a:custGeom>
                <a:avLst/>
                <a:gdLst/>
                <a:ahLst/>
                <a:cxnLst/>
                <a:rect l="l" t="t" r="r" b="b"/>
                <a:pathLst>
                  <a:path w="32717" h="21467" extrusionOk="0">
                    <a:moveTo>
                      <a:pt x="1" y="20937"/>
                    </a:moveTo>
                    <a:lnTo>
                      <a:pt x="1" y="525"/>
                    </a:lnTo>
                    <a:cubicBezTo>
                      <a:pt x="1" y="237"/>
                      <a:pt x="236" y="1"/>
                      <a:pt x="524" y="1"/>
                    </a:cubicBezTo>
                    <a:lnTo>
                      <a:pt x="32187" y="1"/>
                    </a:lnTo>
                    <a:cubicBezTo>
                      <a:pt x="32475" y="1"/>
                      <a:pt x="32717" y="237"/>
                      <a:pt x="32717" y="525"/>
                    </a:cubicBezTo>
                    <a:lnTo>
                      <a:pt x="32717" y="20937"/>
                    </a:lnTo>
                    <a:cubicBezTo>
                      <a:pt x="32717" y="21225"/>
                      <a:pt x="32475" y="21466"/>
                      <a:pt x="32187" y="21466"/>
                    </a:cubicBezTo>
                    <a:lnTo>
                      <a:pt x="524" y="21466"/>
                    </a:lnTo>
                    <a:cubicBezTo>
                      <a:pt x="231" y="21466"/>
                      <a:pt x="1" y="21225"/>
                      <a:pt x="1" y="209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6339203" y="2238608"/>
                <a:ext cx="1689796" cy="1052547"/>
              </a:xfrm>
              <a:custGeom>
                <a:avLst/>
                <a:gdLst/>
                <a:ahLst/>
                <a:cxnLst/>
                <a:rect l="l" t="t" r="r" b="b"/>
                <a:pathLst>
                  <a:path w="29068" h="18106" extrusionOk="0">
                    <a:moveTo>
                      <a:pt x="0" y="1"/>
                    </a:moveTo>
                    <a:lnTo>
                      <a:pt x="29068" y="1"/>
                    </a:lnTo>
                    <a:lnTo>
                      <a:pt x="29068" y="18105"/>
                    </a:lnTo>
                    <a:lnTo>
                      <a:pt x="0" y="1810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5966524" y="3910297"/>
                <a:ext cx="2435868" cy="92721"/>
              </a:xfrm>
              <a:custGeom>
                <a:avLst/>
                <a:gdLst/>
                <a:ahLst/>
                <a:cxnLst/>
                <a:rect l="l" t="t" r="r" b="b"/>
                <a:pathLst>
                  <a:path w="41902" h="1595" extrusionOk="0">
                    <a:moveTo>
                      <a:pt x="40888" y="1595"/>
                    </a:moveTo>
                    <a:lnTo>
                      <a:pt x="1007" y="1595"/>
                    </a:lnTo>
                    <a:cubicBezTo>
                      <a:pt x="581" y="1595"/>
                      <a:pt x="173" y="1169"/>
                      <a:pt x="92" y="634"/>
                    </a:cubicBezTo>
                    <a:lnTo>
                      <a:pt x="0" y="0"/>
                    </a:lnTo>
                    <a:lnTo>
                      <a:pt x="41901" y="0"/>
                    </a:lnTo>
                    <a:lnTo>
                      <a:pt x="41809" y="634"/>
                    </a:lnTo>
                    <a:cubicBezTo>
                      <a:pt x="41723" y="1169"/>
                      <a:pt x="41314" y="1595"/>
                      <a:pt x="40888" y="15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5956467" y="3385718"/>
                <a:ext cx="2455575" cy="537377"/>
              </a:xfrm>
              <a:custGeom>
                <a:avLst/>
                <a:gdLst/>
                <a:ahLst/>
                <a:cxnLst/>
                <a:rect l="l" t="t" r="r" b="b"/>
                <a:pathLst>
                  <a:path w="42241" h="9244" extrusionOk="0">
                    <a:moveTo>
                      <a:pt x="41487" y="9243"/>
                    </a:moveTo>
                    <a:lnTo>
                      <a:pt x="754" y="9243"/>
                    </a:lnTo>
                    <a:cubicBezTo>
                      <a:pt x="231" y="9243"/>
                      <a:pt x="1" y="9076"/>
                      <a:pt x="288" y="8581"/>
                    </a:cubicBezTo>
                    <a:lnTo>
                      <a:pt x="4489" y="317"/>
                    </a:lnTo>
                    <a:cubicBezTo>
                      <a:pt x="4604" y="116"/>
                      <a:pt x="4783" y="1"/>
                      <a:pt x="4984" y="1"/>
                    </a:cubicBezTo>
                    <a:lnTo>
                      <a:pt x="37263" y="1"/>
                    </a:lnTo>
                    <a:cubicBezTo>
                      <a:pt x="37464" y="1"/>
                      <a:pt x="37643" y="116"/>
                      <a:pt x="37758" y="317"/>
                    </a:cubicBezTo>
                    <a:lnTo>
                      <a:pt x="41959" y="8576"/>
                    </a:lnTo>
                    <a:cubicBezTo>
                      <a:pt x="42241" y="9076"/>
                      <a:pt x="42011" y="9243"/>
                      <a:pt x="41487" y="92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6169228" y="3416876"/>
                <a:ext cx="2030045" cy="256946"/>
              </a:xfrm>
              <a:custGeom>
                <a:avLst/>
                <a:gdLst/>
                <a:ahLst/>
                <a:cxnLst/>
                <a:rect l="l" t="t" r="r" b="b"/>
                <a:pathLst>
                  <a:path w="34921" h="4420" extrusionOk="0">
                    <a:moveTo>
                      <a:pt x="34432" y="4420"/>
                    </a:moveTo>
                    <a:lnTo>
                      <a:pt x="490" y="4420"/>
                    </a:lnTo>
                    <a:cubicBezTo>
                      <a:pt x="196" y="4420"/>
                      <a:pt x="1" y="4328"/>
                      <a:pt x="58" y="4218"/>
                    </a:cubicBezTo>
                    <a:lnTo>
                      <a:pt x="2032" y="161"/>
                    </a:lnTo>
                    <a:cubicBezTo>
                      <a:pt x="2072" y="75"/>
                      <a:pt x="2320" y="0"/>
                      <a:pt x="2579" y="0"/>
                    </a:cubicBezTo>
                    <a:lnTo>
                      <a:pt x="32366" y="0"/>
                    </a:lnTo>
                    <a:cubicBezTo>
                      <a:pt x="32625" y="0"/>
                      <a:pt x="32866" y="75"/>
                      <a:pt x="32912" y="161"/>
                    </a:cubicBezTo>
                    <a:lnTo>
                      <a:pt x="34881" y="4218"/>
                    </a:lnTo>
                    <a:cubicBezTo>
                      <a:pt x="34921" y="4328"/>
                      <a:pt x="34725" y="4420"/>
                      <a:pt x="34432" y="44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35" name="Google Shape;835;p47"/>
              <p:cNvGrpSpPr/>
              <p:nvPr/>
            </p:nvGrpSpPr>
            <p:grpSpPr>
              <a:xfrm>
                <a:off x="6239159" y="3429258"/>
                <a:ext cx="1890236" cy="221485"/>
                <a:chOff x="6239159" y="3429258"/>
                <a:chExt cx="1890236" cy="221485"/>
              </a:xfrm>
            </p:grpSpPr>
            <p:sp>
              <p:nvSpPr>
                <p:cNvPr id="836" name="Google Shape;836;p47"/>
                <p:cNvSpPr/>
                <p:nvPr/>
              </p:nvSpPr>
              <p:spPr>
                <a:xfrm>
                  <a:off x="6239508" y="3431932"/>
                  <a:ext cx="1888841" cy="218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2" h="3764" extrusionOk="0">
                      <a:moveTo>
                        <a:pt x="2860" y="248"/>
                      </a:moveTo>
                      <a:lnTo>
                        <a:pt x="1801" y="248"/>
                      </a:lnTo>
                      <a:cubicBezTo>
                        <a:pt x="1681" y="248"/>
                        <a:pt x="1600" y="213"/>
                        <a:pt x="1611" y="173"/>
                      </a:cubicBezTo>
                      <a:lnTo>
                        <a:pt x="1658" y="81"/>
                      </a:lnTo>
                      <a:cubicBezTo>
                        <a:pt x="1681" y="40"/>
                        <a:pt x="1784" y="12"/>
                        <a:pt x="1911" y="12"/>
                      </a:cubicBezTo>
                      <a:lnTo>
                        <a:pt x="2958" y="12"/>
                      </a:lnTo>
                      <a:cubicBezTo>
                        <a:pt x="3079" y="12"/>
                        <a:pt x="3160" y="46"/>
                        <a:pt x="3148" y="81"/>
                      </a:cubicBezTo>
                      <a:lnTo>
                        <a:pt x="3102" y="173"/>
                      </a:lnTo>
                      <a:cubicBezTo>
                        <a:pt x="3085" y="213"/>
                        <a:pt x="2981" y="248"/>
                        <a:pt x="2860" y="248"/>
                      </a:cubicBezTo>
                      <a:close/>
                      <a:moveTo>
                        <a:pt x="5087" y="0"/>
                      </a:moveTo>
                      <a:lnTo>
                        <a:pt x="4040" y="0"/>
                      </a:lnTo>
                      <a:cubicBezTo>
                        <a:pt x="3913" y="0"/>
                        <a:pt x="3810" y="40"/>
                        <a:pt x="3793" y="75"/>
                      </a:cubicBezTo>
                      <a:lnTo>
                        <a:pt x="3758" y="167"/>
                      </a:lnTo>
                      <a:cubicBezTo>
                        <a:pt x="3741" y="213"/>
                        <a:pt x="3827" y="242"/>
                        <a:pt x="3942" y="242"/>
                      </a:cubicBezTo>
                      <a:lnTo>
                        <a:pt x="5001" y="242"/>
                      </a:lnTo>
                      <a:cubicBezTo>
                        <a:pt x="5122" y="242"/>
                        <a:pt x="5231" y="202"/>
                        <a:pt x="5243" y="167"/>
                      </a:cubicBezTo>
                      <a:lnTo>
                        <a:pt x="5283" y="75"/>
                      </a:lnTo>
                      <a:cubicBezTo>
                        <a:pt x="5289" y="29"/>
                        <a:pt x="5202" y="0"/>
                        <a:pt x="5087" y="0"/>
                      </a:cubicBezTo>
                      <a:close/>
                      <a:moveTo>
                        <a:pt x="7211" y="0"/>
                      </a:moveTo>
                      <a:lnTo>
                        <a:pt x="6169" y="0"/>
                      </a:lnTo>
                      <a:cubicBezTo>
                        <a:pt x="6043" y="0"/>
                        <a:pt x="5945" y="40"/>
                        <a:pt x="5928" y="75"/>
                      </a:cubicBezTo>
                      <a:lnTo>
                        <a:pt x="5899" y="167"/>
                      </a:lnTo>
                      <a:cubicBezTo>
                        <a:pt x="5887" y="213"/>
                        <a:pt x="5974" y="242"/>
                        <a:pt x="6094" y="242"/>
                      </a:cubicBezTo>
                      <a:lnTo>
                        <a:pt x="7153" y="242"/>
                      </a:lnTo>
                      <a:cubicBezTo>
                        <a:pt x="7274" y="242"/>
                        <a:pt x="7372" y="202"/>
                        <a:pt x="7389" y="167"/>
                      </a:cubicBezTo>
                      <a:lnTo>
                        <a:pt x="7418" y="75"/>
                      </a:lnTo>
                      <a:cubicBezTo>
                        <a:pt x="7418" y="29"/>
                        <a:pt x="7332" y="0"/>
                        <a:pt x="7211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8" y="40"/>
                        <a:pt x="8051" y="75"/>
                      </a:cubicBezTo>
                      <a:lnTo>
                        <a:pt x="8028" y="167"/>
                      </a:lnTo>
                      <a:cubicBezTo>
                        <a:pt x="8022" y="213"/>
                        <a:pt x="8109" y="242"/>
                        <a:pt x="8230" y="242"/>
                      </a:cubicBezTo>
                      <a:lnTo>
                        <a:pt x="9288" y="242"/>
                      </a:lnTo>
                      <a:cubicBezTo>
                        <a:pt x="9409" y="242"/>
                        <a:pt x="9513" y="202"/>
                        <a:pt x="9519" y="167"/>
                      </a:cubicBezTo>
                      <a:lnTo>
                        <a:pt x="9542" y="75"/>
                      </a:lnTo>
                      <a:cubicBezTo>
                        <a:pt x="9547" y="29"/>
                        <a:pt x="9455" y="0"/>
                        <a:pt x="9340" y="0"/>
                      </a:cubicBezTo>
                      <a:close/>
                      <a:moveTo>
                        <a:pt x="11464" y="0"/>
                      </a:moveTo>
                      <a:lnTo>
                        <a:pt x="10411" y="0"/>
                      </a:lnTo>
                      <a:cubicBezTo>
                        <a:pt x="10290" y="0"/>
                        <a:pt x="10186" y="40"/>
                        <a:pt x="10180" y="75"/>
                      </a:cubicBezTo>
                      <a:lnTo>
                        <a:pt x="10157" y="167"/>
                      </a:lnTo>
                      <a:cubicBezTo>
                        <a:pt x="10152" y="213"/>
                        <a:pt x="10244" y="242"/>
                        <a:pt x="10359" y="242"/>
                      </a:cubicBezTo>
                      <a:lnTo>
                        <a:pt x="11418" y="242"/>
                      </a:lnTo>
                      <a:cubicBezTo>
                        <a:pt x="11539" y="242"/>
                        <a:pt x="11642" y="202"/>
                        <a:pt x="11648" y="167"/>
                      </a:cubicBezTo>
                      <a:lnTo>
                        <a:pt x="11659" y="75"/>
                      </a:lnTo>
                      <a:cubicBezTo>
                        <a:pt x="11677" y="29"/>
                        <a:pt x="11585" y="0"/>
                        <a:pt x="11464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5" y="40"/>
                        <a:pt x="12315" y="75"/>
                      </a:cubicBezTo>
                      <a:lnTo>
                        <a:pt x="12304" y="167"/>
                      </a:lnTo>
                      <a:cubicBezTo>
                        <a:pt x="12298" y="213"/>
                        <a:pt x="12390" y="242"/>
                        <a:pt x="12511" y="242"/>
                      </a:cubicBezTo>
                      <a:lnTo>
                        <a:pt x="13570" y="242"/>
                      </a:lnTo>
                      <a:cubicBezTo>
                        <a:pt x="13691" y="242"/>
                        <a:pt x="13794" y="202"/>
                        <a:pt x="13794" y="167"/>
                      </a:cubicBezTo>
                      <a:lnTo>
                        <a:pt x="13800" y="75"/>
                      </a:lnTo>
                      <a:cubicBezTo>
                        <a:pt x="13800" y="29"/>
                        <a:pt x="13708" y="0"/>
                        <a:pt x="13587" y="0"/>
                      </a:cubicBezTo>
                      <a:close/>
                      <a:moveTo>
                        <a:pt x="15711" y="0"/>
                      </a:moveTo>
                      <a:lnTo>
                        <a:pt x="14663" y="0"/>
                      </a:lnTo>
                      <a:cubicBezTo>
                        <a:pt x="14543" y="0"/>
                        <a:pt x="14445" y="40"/>
                        <a:pt x="14439" y="75"/>
                      </a:cubicBezTo>
                      <a:lnTo>
                        <a:pt x="14433" y="167"/>
                      </a:lnTo>
                      <a:cubicBezTo>
                        <a:pt x="14433" y="213"/>
                        <a:pt x="14525" y="242"/>
                        <a:pt x="14646" y="242"/>
                      </a:cubicBezTo>
                      <a:lnTo>
                        <a:pt x="15705" y="242"/>
                      </a:lnTo>
                      <a:cubicBezTo>
                        <a:pt x="15826" y="242"/>
                        <a:pt x="15924" y="202"/>
                        <a:pt x="15924" y="167"/>
                      </a:cubicBezTo>
                      <a:lnTo>
                        <a:pt x="15924" y="75"/>
                      </a:lnTo>
                      <a:cubicBezTo>
                        <a:pt x="15929" y="29"/>
                        <a:pt x="15837" y="0"/>
                        <a:pt x="15711" y="0"/>
                      </a:cubicBezTo>
                      <a:close/>
                      <a:moveTo>
                        <a:pt x="17834" y="0"/>
                      </a:moveTo>
                      <a:lnTo>
                        <a:pt x="16787" y="0"/>
                      </a:lnTo>
                      <a:cubicBezTo>
                        <a:pt x="16660" y="0"/>
                        <a:pt x="16568" y="40"/>
                        <a:pt x="16568" y="75"/>
                      </a:cubicBezTo>
                      <a:lnTo>
                        <a:pt x="16568" y="167"/>
                      </a:lnTo>
                      <a:cubicBezTo>
                        <a:pt x="16568" y="213"/>
                        <a:pt x="16672" y="242"/>
                        <a:pt x="16787" y="242"/>
                      </a:cubicBezTo>
                      <a:lnTo>
                        <a:pt x="17840" y="242"/>
                      </a:lnTo>
                      <a:cubicBezTo>
                        <a:pt x="17961" y="242"/>
                        <a:pt x="18059" y="202"/>
                        <a:pt x="18059" y="167"/>
                      </a:cubicBezTo>
                      <a:lnTo>
                        <a:pt x="18047" y="75"/>
                      </a:lnTo>
                      <a:cubicBezTo>
                        <a:pt x="18059" y="29"/>
                        <a:pt x="17955" y="0"/>
                        <a:pt x="17834" y="0"/>
                      </a:cubicBezTo>
                      <a:close/>
                      <a:moveTo>
                        <a:pt x="19964" y="0"/>
                      </a:moveTo>
                      <a:lnTo>
                        <a:pt x="18916" y="0"/>
                      </a:lnTo>
                      <a:cubicBezTo>
                        <a:pt x="18790" y="0"/>
                        <a:pt x="18698" y="40"/>
                        <a:pt x="18703" y="75"/>
                      </a:cubicBezTo>
                      <a:lnTo>
                        <a:pt x="18715" y="167"/>
                      </a:lnTo>
                      <a:cubicBezTo>
                        <a:pt x="18715" y="213"/>
                        <a:pt x="18813" y="242"/>
                        <a:pt x="18933" y="242"/>
                      </a:cubicBezTo>
                      <a:lnTo>
                        <a:pt x="19992" y="242"/>
                      </a:lnTo>
                      <a:cubicBezTo>
                        <a:pt x="20113" y="242"/>
                        <a:pt x="20211" y="202"/>
                        <a:pt x="20200" y="167"/>
                      </a:cubicBezTo>
                      <a:lnTo>
                        <a:pt x="20188" y="75"/>
                      </a:lnTo>
                      <a:cubicBezTo>
                        <a:pt x="20182" y="29"/>
                        <a:pt x="20079" y="0"/>
                        <a:pt x="19964" y="0"/>
                      </a:cubicBezTo>
                      <a:close/>
                      <a:moveTo>
                        <a:pt x="22087" y="0"/>
                      </a:moveTo>
                      <a:lnTo>
                        <a:pt x="21034" y="0"/>
                      </a:lnTo>
                      <a:cubicBezTo>
                        <a:pt x="20913" y="0"/>
                        <a:pt x="20827" y="40"/>
                        <a:pt x="20827" y="75"/>
                      </a:cubicBezTo>
                      <a:lnTo>
                        <a:pt x="20844" y="167"/>
                      </a:lnTo>
                      <a:cubicBezTo>
                        <a:pt x="20850" y="213"/>
                        <a:pt x="20948" y="242"/>
                        <a:pt x="21074" y="242"/>
                      </a:cubicBezTo>
                      <a:lnTo>
                        <a:pt x="22127" y="242"/>
                      </a:lnTo>
                      <a:cubicBezTo>
                        <a:pt x="22248" y="242"/>
                        <a:pt x="22340" y="202"/>
                        <a:pt x="22329" y="167"/>
                      </a:cubicBezTo>
                      <a:lnTo>
                        <a:pt x="22306" y="75"/>
                      </a:lnTo>
                      <a:cubicBezTo>
                        <a:pt x="22312" y="29"/>
                        <a:pt x="22208" y="0"/>
                        <a:pt x="22087" y="0"/>
                      </a:cubicBezTo>
                      <a:close/>
                      <a:moveTo>
                        <a:pt x="24216" y="0"/>
                      </a:moveTo>
                      <a:lnTo>
                        <a:pt x="23163" y="0"/>
                      </a:lnTo>
                      <a:cubicBezTo>
                        <a:pt x="23042" y="0"/>
                        <a:pt x="22956" y="40"/>
                        <a:pt x="22962" y="75"/>
                      </a:cubicBezTo>
                      <a:lnTo>
                        <a:pt x="22985" y="167"/>
                      </a:lnTo>
                      <a:cubicBezTo>
                        <a:pt x="22991" y="213"/>
                        <a:pt x="23100" y="242"/>
                        <a:pt x="23215" y="242"/>
                      </a:cubicBezTo>
                      <a:lnTo>
                        <a:pt x="24274" y="242"/>
                      </a:lnTo>
                      <a:cubicBezTo>
                        <a:pt x="24395" y="242"/>
                        <a:pt x="24481" y="202"/>
                        <a:pt x="24475" y="167"/>
                      </a:cubicBezTo>
                      <a:lnTo>
                        <a:pt x="24452" y="75"/>
                      </a:lnTo>
                      <a:cubicBezTo>
                        <a:pt x="24441" y="29"/>
                        <a:pt x="24332" y="0"/>
                        <a:pt x="24216" y="0"/>
                      </a:cubicBezTo>
                      <a:close/>
                      <a:moveTo>
                        <a:pt x="26340" y="0"/>
                      </a:moveTo>
                      <a:lnTo>
                        <a:pt x="25287" y="0"/>
                      </a:lnTo>
                      <a:cubicBezTo>
                        <a:pt x="25166" y="0"/>
                        <a:pt x="25080" y="40"/>
                        <a:pt x="25091" y="75"/>
                      </a:cubicBezTo>
                      <a:lnTo>
                        <a:pt x="25120" y="167"/>
                      </a:lnTo>
                      <a:cubicBezTo>
                        <a:pt x="25137" y="213"/>
                        <a:pt x="25235" y="242"/>
                        <a:pt x="25362" y="242"/>
                      </a:cubicBezTo>
                      <a:lnTo>
                        <a:pt x="26415" y="242"/>
                      </a:lnTo>
                      <a:cubicBezTo>
                        <a:pt x="26541" y="242"/>
                        <a:pt x="26628" y="202"/>
                        <a:pt x="26610" y="167"/>
                      </a:cubicBezTo>
                      <a:lnTo>
                        <a:pt x="26582" y="75"/>
                      </a:lnTo>
                      <a:cubicBezTo>
                        <a:pt x="26570" y="29"/>
                        <a:pt x="26461" y="0"/>
                        <a:pt x="26340" y="0"/>
                      </a:cubicBezTo>
                      <a:close/>
                      <a:moveTo>
                        <a:pt x="28469" y="0"/>
                      </a:moveTo>
                      <a:lnTo>
                        <a:pt x="27416" y="0"/>
                      </a:lnTo>
                      <a:cubicBezTo>
                        <a:pt x="27295" y="0"/>
                        <a:pt x="27215" y="40"/>
                        <a:pt x="27220" y="75"/>
                      </a:cubicBezTo>
                      <a:lnTo>
                        <a:pt x="27261" y="167"/>
                      </a:lnTo>
                      <a:cubicBezTo>
                        <a:pt x="27272" y="213"/>
                        <a:pt x="27382" y="242"/>
                        <a:pt x="27502" y="242"/>
                      </a:cubicBezTo>
                      <a:lnTo>
                        <a:pt x="28561" y="242"/>
                      </a:lnTo>
                      <a:cubicBezTo>
                        <a:pt x="28682" y="242"/>
                        <a:pt x="28763" y="202"/>
                        <a:pt x="28745" y="167"/>
                      </a:cubicBezTo>
                      <a:lnTo>
                        <a:pt x="28711" y="75"/>
                      </a:lnTo>
                      <a:cubicBezTo>
                        <a:pt x="28688" y="29"/>
                        <a:pt x="28584" y="0"/>
                        <a:pt x="28469" y="0"/>
                      </a:cubicBezTo>
                      <a:close/>
                      <a:moveTo>
                        <a:pt x="30587" y="0"/>
                      </a:moveTo>
                      <a:lnTo>
                        <a:pt x="29540" y="0"/>
                      </a:lnTo>
                      <a:cubicBezTo>
                        <a:pt x="29419" y="0"/>
                        <a:pt x="29338" y="40"/>
                        <a:pt x="29350" y="75"/>
                      </a:cubicBezTo>
                      <a:lnTo>
                        <a:pt x="29396" y="167"/>
                      </a:lnTo>
                      <a:cubicBezTo>
                        <a:pt x="29407" y="213"/>
                        <a:pt x="29522" y="242"/>
                        <a:pt x="29637" y="242"/>
                      </a:cubicBezTo>
                      <a:lnTo>
                        <a:pt x="30696" y="242"/>
                      </a:lnTo>
                      <a:cubicBezTo>
                        <a:pt x="30817" y="242"/>
                        <a:pt x="30898" y="202"/>
                        <a:pt x="30886" y="167"/>
                      </a:cubicBezTo>
                      <a:lnTo>
                        <a:pt x="30840" y="75"/>
                      </a:lnTo>
                      <a:cubicBezTo>
                        <a:pt x="30817" y="29"/>
                        <a:pt x="30714" y="0"/>
                        <a:pt x="30587" y="0"/>
                      </a:cubicBezTo>
                      <a:close/>
                      <a:moveTo>
                        <a:pt x="2751" y="391"/>
                      </a:moveTo>
                      <a:lnTo>
                        <a:pt x="1744" y="391"/>
                      </a:lnTo>
                      <a:cubicBezTo>
                        <a:pt x="1623" y="391"/>
                        <a:pt x="1514" y="426"/>
                        <a:pt x="1491" y="460"/>
                      </a:cubicBezTo>
                      <a:lnTo>
                        <a:pt x="1335" y="817"/>
                      </a:lnTo>
                      <a:cubicBezTo>
                        <a:pt x="1312" y="858"/>
                        <a:pt x="1399" y="892"/>
                        <a:pt x="1519" y="892"/>
                      </a:cubicBezTo>
                      <a:lnTo>
                        <a:pt x="2550" y="892"/>
                      </a:lnTo>
                      <a:cubicBezTo>
                        <a:pt x="2670" y="892"/>
                        <a:pt x="2785" y="858"/>
                        <a:pt x="2803" y="817"/>
                      </a:cubicBezTo>
                      <a:lnTo>
                        <a:pt x="2947" y="460"/>
                      </a:lnTo>
                      <a:cubicBezTo>
                        <a:pt x="2952" y="420"/>
                        <a:pt x="2872" y="391"/>
                        <a:pt x="2751" y="391"/>
                      </a:cubicBezTo>
                      <a:close/>
                      <a:moveTo>
                        <a:pt x="4828" y="391"/>
                      </a:moveTo>
                      <a:lnTo>
                        <a:pt x="3821" y="391"/>
                      </a:lnTo>
                      <a:cubicBezTo>
                        <a:pt x="3700" y="391"/>
                        <a:pt x="3591" y="426"/>
                        <a:pt x="3580" y="460"/>
                      </a:cubicBezTo>
                      <a:lnTo>
                        <a:pt x="3442" y="817"/>
                      </a:lnTo>
                      <a:cubicBezTo>
                        <a:pt x="3424" y="858"/>
                        <a:pt x="3511" y="892"/>
                        <a:pt x="3631" y="892"/>
                      </a:cubicBezTo>
                      <a:lnTo>
                        <a:pt x="4662" y="892"/>
                      </a:lnTo>
                      <a:cubicBezTo>
                        <a:pt x="4782" y="892"/>
                        <a:pt x="4892" y="858"/>
                        <a:pt x="4915" y="817"/>
                      </a:cubicBezTo>
                      <a:lnTo>
                        <a:pt x="5036" y="460"/>
                      </a:lnTo>
                      <a:cubicBezTo>
                        <a:pt x="5036" y="420"/>
                        <a:pt x="4949" y="391"/>
                        <a:pt x="4828" y="391"/>
                      </a:cubicBezTo>
                      <a:close/>
                      <a:moveTo>
                        <a:pt x="6906" y="391"/>
                      </a:moveTo>
                      <a:lnTo>
                        <a:pt x="5899" y="391"/>
                      </a:lnTo>
                      <a:cubicBezTo>
                        <a:pt x="5778" y="391"/>
                        <a:pt x="5669" y="426"/>
                        <a:pt x="5657" y="460"/>
                      </a:cubicBezTo>
                      <a:lnTo>
                        <a:pt x="5542" y="817"/>
                      </a:lnTo>
                      <a:cubicBezTo>
                        <a:pt x="5525" y="858"/>
                        <a:pt x="5611" y="892"/>
                        <a:pt x="5738" y="892"/>
                      </a:cubicBezTo>
                      <a:lnTo>
                        <a:pt x="6762" y="892"/>
                      </a:lnTo>
                      <a:cubicBezTo>
                        <a:pt x="6889" y="892"/>
                        <a:pt x="6992" y="858"/>
                        <a:pt x="7009" y="817"/>
                      </a:cubicBezTo>
                      <a:lnTo>
                        <a:pt x="7107" y="460"/>
                      </a:lnTo>
                      <a:cubicBezTo>
                        <a:pt x="7113" y="420"/>
                        <a:pt x="7021" y="391"/>
                        <a:pt x="6906" y="391"/>
                      </a:cubicBezTo>
                      <a:close/>
                      <a:moveTo>
                        <a:pt x="8978" y="391"/>
                      </a:moveTo>
                      <a:lnTo>
                        <a:pt x="7971" y="391"/>
                      </a:lnTo>
                      <a:cubicBezTo>
                        <a:pt x="7850" y="391"/>
                        <a:pt x="7740" y="426"/>
                        <a:pt x="7735" y="460"/>
                      </a:cubicBezTo>
                      <a:lnTo>
                        <a:pt x="7643" y="817"/>
                      </a:lnTo>
                      <a:cubicBezTo>
                        <a:pt x="7625" y="858"/>
                        <a:pt x="7717" y="892"/>
                        <a:pt x="7844" y="892"/>
                      </a:cubicBezTo>
                      <a:lnTo>
                        <a:pt x="8874" y="892"/>
                      </a:lnTo>
                      <a:cubicBezTo>
                        <a:pt x="8995" y="892"/>
                        <a:pt x="9098" y="858"/>
                        <a:pt x="9110" y="817"/>
                      </a:cubicBezTo>
                      <a:lnTo>
                        <a:pt x="9191" y="460"/>
                      </a:lnTo>
                      <a:cubicBezTo>
                        <a:pt x="9196" y="420"/>
                        <a:pt x="9104" y="391"/>
                        <a:pt x="8978" y="391"/>
                      </a:cubicBezTo>
                      <a:close/>
                      <a:moveTo>
                        <a:pt x="11061" y="391"/>
                      </a:moveTo>
                      <a:lnTo>
                        <a:pt x="10054" y="391"/>
                      </a:lnTo>
                      <a:cubicBezTo>
                        <a:pt x="9927" y="391"/>
                        <a:pt x="9829" y="426"/>
                        <a:pt x="9824" y="460"/>
                      </a:cubicBezTo>
                      <a:lnTo>
                        <a:pt x="9749" y="817"/>
                      </a:lnTo>
                      <a:cubicBezTo>
                        <a:pt x="9743" y="858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6" y="858"/>
                        <a:pt x="11216" y="817"/>
                      </a:cubicBezTo>
                      <a:lnTo>
                        <a:pt x="11274" y="460"/>
                      </a:lnTo>
                      <a:cubicBezTo>
                        <a:pt x="11274" y="420"/>
                        <a:pt x="11182" y="391"/>
                        <a:pt x="11061" y="391"/>
                      </a:cubicBezTo>
                      <a:close/>
                      <a:moveTo>
                        <a:pt x="13138" y="391"/>
                      </a:moveTo>
                      <a:lnTo>
                        <a:pt x="12131" y="391"/>
                      </a:lnTo>
                      <a:cubicBezTo>
                        <a:pt x="12010" y="391"/>
                        <a:pt x="11907" y="426"/>
                        <a:pt x="11901" y="460"/>
                      </a:cubicBezTo>
                      <a:lnTo>
                        <a:pt x="11849" y="817"/>
                      </a:lnTo>
                      <a:cubicBezTo>
                        <a:pt x="11844" y="858"/>
                        <a:pt x="11936" y="892"/>
                        <a:pt x="12056" y="892"/>
                      </a:cubicBezTo>
                      <a:lnTo>
                        <a:pt x="13087" y="892"/>
                      </a:lnTo>
                      <a:cubicBezTo>
                        <a:pt x="13207" y="892"/>
                        <a:pt x="13311" y="858"/>
                        <a:pt x="13317" y="817"/>
                      </a:cubicBezTo>
                      <a:lnTo>
                        <a:pt x="13346" y="460"/>
                      </a:lnTo>
                      <a:cubicBezTo>
                        <a:pt x="13351" y="420"/>
                        <a:pt x="13259" y="391"/>
                        <a:pt x="13138" y="391"/>
                      </a:cubicBezTo>
                      <a:close/>
                      <a:moveTo>
                        <a:pt x="15216" y="391"/>
                      </a:moveTo>
                      <a:lnTo>
                        <a:pt x="14209" y="391"/>
                      </a:lnTo>
                      <a:cubicBezTo>
                        <a:pt x="14088" y="391"/>
                        <a:pt x="13984" y="426"/>
                        <a:pt x="13984" y="460"/>
                      </a:cubicBezTo>
                      <a:lnTo>
                        <a:pt x="13967" y="817"/>
                      </a:lnTo>
                      <a:cubicBezTo>
                        <a:pt x="13967" y="858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35" y="858"/>
                        <a:pt x="15435" y="817"/>
                      </a:cubicBezTo>
                      <a:lnTo>
                        <a:pt x="15440" y="460"/>
                      </a:lnTo>
                      <a:cubicBezTo>
                        <a:pt x="15435" y="420"/>
                        <a:pt x="15337" y="391"/>
                        <a:pt x="15216" y="391"/>
                      </a:cubicBezTo>
                      <a:close/>
                      <a:moveTo>
                        <a:pt x="17293" y="391"/>
                      </a:moveTo>
                      <a:lnTo>
                        <a:pt x="16286" y="391"/>
                      </a:lnTo>
                      <a:cubicBezTo>
                        <a:pt x="16165" y="391"/>
                        <a:pt x="16073" y="426"/>
                        <a:pt x="16073" y="460"/>
                      </a:cubicBezTo>
                      <a:lnTo>
                        <a:pt x="16073" y="817"/>
                      </a:lnTo>
                      <a:cubicBezTo>
                        <a:pt x="16073" y="858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8"/>
                        <a:pt x="17541" y="817"/>
                      </a:cubicBezTo>
                      <a:lnTo>
                        <a:pt x="17524" y="460"/>
                      </a:lnTo>
                      <a:cubicBezTo>
                        <a:pt x="17512" y="420"/>
                        <a:pt x="17408" y="391"/>
                        <a:pt x="17293" y="391"/>
                      </a:cubicBezTo>
                      <a:close/>
                      <a:moveTo>
                        <a:pt x="19377" y="391"/>
                      </a:moveTo>
                      <a:lnTo>
                        <a:pt x="18370" y="391"/>
                      </a:lnTo>
                      <a:cubicBezTo>
                        <a:pt x="18243" y="391"/>
                        <a:pt x="18151" y="426"/>
                        <a:pt x="18151" y="460"/>
                      </a:cubicBezTo>
                      <a:lnTo>
                        <a:pt x="18174" y="817"/>
                      </a:lnTo>
                      <a:cubicBezTo>
                        <a:pt x="18174" y="858"/>
                        <a:pt x="18272" y="892"/>
                        <a:pt x="18398" y="892"/>
                      </a:cubicBezTo>
                      <a:lnTo>
                        <a:pt x="19423" y="892"/>
                      </a:lnTo>
                      <a:cubicBezTo>
                        <a:pt x="19549" y="892"/>
                        <a:pt x="19641" y="858"/>
                        <a:pt x="19641" y="817"/>
                      </a:cubicBezTo>
                      <a:lnTo>
                        <a:pt x="19607" y="460"/>
                      </a:lnTo>
                      <a:cubicBezTo>
                        <a:pt x="19590" y="420"/>
                        <a:pt x="19492" y="391"/>
                        <a:pt x="19377" y="391"/>
                      </a:cubicBezTo>
                      <a:close/>
                      <a:moveTo>
                        <a:pt x="21448" y="391"/>
                      </a:moveTo>
                      <a:lnTo>
                        <a:pt x="20441" y="391"/>
                      </a:lnTo>
                      <a:cubicBezTo>
                        <a:pt x="20315" y="391"/>
                        <a:pt x="20223" y="426"/>
                        <a:pt x="20228" y="460"/>
                      </a:cubicBezTo>
                      <a:lnTo>
                        <a:pt x="20274" y="817"/>
                      </a:lnTo>
                      <a:cubicBezTo>
                        <a:pt x="20280" y="858"/>
                        <a:pt x="20384" y="892"/>
                        <a:pt x="20505" y="892"/>
                      </a:cubicBezTo>
                      <a:lnTo>
                        <a:pt x="21535" y="892"/>
                      </a:lnTo>
                      <a:cubicBezTo>
                        <a:pt x="21656" y="892"/>
                        <a:pt x="21748" y="858"/>
                        <a:pt x="21742" y="817"/>
                      </a:cubicBezTo>
                      <a:lnTo>
                        <a:pt x="21684" y="460"/>
                      </a:lnTo>
                      <a:cubicBezTo>
                        <a:pt x="21679" y="420"/>
                        <a:pt x="21569" y="391"/>
                        <a:pt x="21448" y="391"/>
                      </a:cubicBezTo>
                      <a:close/>
                      <a:moveTo>
                        <a:pt x="23526" y="391"/>
                      </a:moveTo>
                      <a:lnTo>
                        <a:pt x="22519" y="391"/>
                      </a:lnTo>
                      <a:cubicBezTo>
                        <a:pt x="22398" y="391"/>
                        <a:pt x="22312" y="426"/>
                        <a:pt x="22317" y="460"/>
                      </a:cubicBezTo>
                      <a:lnTo>
                        <a:pt x="22381" y="817"/>
                      </a:lnTo>
                      <a:cubicBezTo>
                        <a:pt x="22386" y="858"/>
                        <a:pt x="22496" y="892"/>
                        <a:pt x="22617" y="892"/>
                      </a:cubicBezTo>
                      <a:lnTo>
                        <a:pt x="23647" y="892"/>
                      </a:lnTo>
                      <a:cubicBezTo>
                        <a:pt x="23768" y="892"/>
                        <a:pt x="23865" y="858"/>
                        <a:pt x="23848" y="817"/>
                      </a:cubicBezTo>
                      <a:lnTo>
                        <a:pt x="23768" y="460"/>
                      </a:lnTo>
                      <a:cubicBezTo>
                        <a:pt x="23756" y="420"/>
                        <a:pt x="23647" y="391"/>
                        <a:pt x="23526" y="391"/>
                      </a:cubicBezTo>
                      <a:close/>
                      <a:moveTo>
                        <a:pt x="25603" y="391"/>
                      </a:moveTo>
                      <a:lnTo>
                        <a:pt x="24596" y="391"/>
                      </a:lnTo>
                      <a:cubicBezTo>
                        <a:pt x="24475" y="391"/>
                        <a:pt x="24389" y="426"/>
                        <a:pt x="24395" y="460"/>
                      </a:cubicBezTo>
                      <a:lnTo>
                        <a:pt x="24481" y="817"/>
                      </a:lnTo>
                      <a:cubicBezTo>
                        <a:pt x="24487" y="858"/>
                        <a:pt x="24596" y="892"/>
                        <a:pt x="24723" y="892"/>
                      </a:cubicBezTo>
                      <a:lnTo>
                        <a:pt x="25753" y="892"/>
                      </a:lnTo>
                      <a:cubicBezTo>
                        <a:pt x="25874" y="892"/>
                        <a:pt x="25966" y="858"/>
                        <a:pt x="25954" y="817"/>
                      </a:cubicBezTo>
                      <a:lnTo>
                        <a:pt x="25857" y="460"/>
                      </a:lnTo>
                      <a:cubicBezTo>
                        <a:pt x="25834" y="420"/>
                        <a:pt x="25724" y="391"/>
                        <a:pt x="25603" y="391"/>
                      </a:cubicBezTo>
                      <a:close/>
                      <a:moveTo>
                        <a:pt x="27681" y="391"/>
                      </a:moveTo>
                      <a:lnTo>
                        <a:pt x="26674" y="391"/>
                      </a:lnTo>
                      <a:cubicBezTo>
                        <a:pt x="26553" y="391"/>
                        <a:pt x="26467" y="426"/>
                        <a:pt x="26484" y="460"/>
                      </a:cubicBezTo>
                      <a:lnTo>
                        <a:pt x="26587" y="817"/>
                      </a:lnTo>
                      <a:cubicBezTo>
                        <a:pt x="26605" y="858"/>
                        <a:pt x="26714" y="892"/>
                        <a:pt x="26835" y="892"/>
                      </a:cubicBezTo>
                      <a:lnTo>
                        <a:pt x="27865" y="892"/>
                      </a:lnTo>
                      <a:cubicBezTo>
                        <a:pt x="27986" y="892"/>
                        <a:pt x="28072" y="858"/>
                        <a:pt x="28055" y="817"/>
                      </a:cubicBezTo>
                      <a:lnTo>
                        <a:pt x="27928" y="460"/>
                      </a:lnTo>
                      <a:cubicBezTo>
                        <a:pt x="27911" y="420"/>
                        <a:pt x="27807" y="391"/>
                        <a:pt x="27681" y="391"/>
                      </a:cubicBezTo>
                      <a:close/>
                      <a:moveTo>
                        <a:pt x="30760" y="391"/>
                      </a:moveTo>
                      <a:lnTo>
                        <a:pt x="28745" y="391"/>
                      </a:lnTo>
                      <a:cubicBezTo>
                        <a:pt x="28625" y="391"/>
                        <a:pt x="28538" y="426"/>
                        <a:pt x="28561" y="460"/>
                      </a:cubicBezTo>
                      <a:lnTo>
                        <a:pt x="28699" y="817"/>
                      </a:lnTo>
                      <a:cubicBezTo>
                        <a:pt x="28711" y="858"/>
                        <a:pt x="28826" y="892"/>
                        <a:pt x="28947" y="892"/>
                      </a:cubicBezTo>
                      <a:lnTo>
                        <a:pt x="30990" y="892"/>
                      </a:lnTo>
                      <a:cubicBezTo>
                        <a:pt x="31116" y="892"/>
                        <a:pt x="31203" y="858"/>
                        <a:pt x="31180" y="817"/>
                      </a:cubicBezTo>
                      <a:lnTo>
                        <a:pt x="31019" y="460"/>
                      </a:lnTo>
                      <a:cubicBezTo>
                        <a:pt x="31001" y="420"/>
                        <a:pt x="30886" y="391"/>
                        <a:pt x="30760" y="391"/>
                      </a:cubicBezTo>
                      <a:close/>
                      <a:moveTo>
                        <a:pt x="30242" y="1565"/>
                      </a:moveTo>
                      <a:lnTo>
                        <a:pt x="31295" y="1565"/>
                      </a:lnTo>
                      <a:cubicBezTo>
                        <a:pt x="31416" y="1565"/>
                        <a:pt x="31502" y="1525"/>
                        <a:pt x="31479" y="1485"/>
                      </a:cubicBezTo>
                      <a:lnTo>
                        <a:pt x="31312" y="1117"/>
                      </a:lnTo>
                      <a:cubicBezTo>
                        <a:pt x="31295" y="1070"/>
                        <a:pt x="31180" y="1036"/>
                        <a:pt x="31053" y="1036"/>
                      </a:cubicBezTo>
                      <a:lnTo>
                        <a:pt x="30029" y="1036"/>
                      </a:lnTo>
                      <a:cubicBezTo>
                        <a:pt x="29902" y="1036"/>
                        <a:pt x="29816" y="1070"/>
                        <a:pt x="29833" y="1117"/>
                      </a:cubicBezTo>
                      <a:lnTo>
                        <a:pt x="29983" y="1485"/>
                      </a:lnTo>
                      <a:cubicBezTo>
                        <a:pt x="30006" y="1525"/>
                        <a:pt x="30121" y="1565"/>
                        <a:pt x="30242" y="1565"/>
                      </a:cubicBezTo>
                      <a:close/>
                      <a:moveTo>
                        <a:pt x="28095" y="1565"/>
                      </a:moveTo>
                      <a:lnTo>
                        <a:pt x="29143" y="1565"/>
                      </a:lnTo>
                      <a:cubicBezTo>
                        <a:pt x="29263" y="1565"/>
                        <a:pt x="29361" y="1525"/>
                        <a:pt x="29338" y="1485"/>
                      </a:cubicBezTo>
                      <a:lnTo>
                        <a:pt x="29194" y="1117"/>
                      </a:lnTo>
                      <a:cubicBezTo>
                        <a:pt x="29177" y="1070"/>
                        <a:pt x="29062" y="1036"/>
                        <a:pt x="28941" y="1036"/>
                      </a:cubicBezTo>
                      <a:lnTo>
                        <a:pt x="27911" y="1036"/>
                      </a:lnTo>
                      <a:cubicBezTo>
                        <a:pt x="27790" y="1036"/>
                        <a:pt x="27704" y="1070"/>
                        <a:pt x="27721" y="1117"/>
                      </a:cubicBezTo>
                      <a:lnTo>
                        <a:pt x="27848" y="1485"/>
                      </a:lnTo>
                      <a:cubicBezTo>
                        <a:pt x="27853" y="1525"/>
                        <a:pt x="27963" y="1565"/>
                        <a:pt x="28095" y="1565"/>
                      </a:cubicBezTo>
                      <a:close/>
                      <a:moveTo>
                        <a:pt x="25937" y="1565"/>
                      </a:moveTo>
                      <a:lnTo>
                        <a:pt x="26984" y="1565"/>
                      </a:lnTo>
                      <a:cubicBezTo>
                        <a:pt x="27105" y="1565"/>
                        <a:pt x="27203" y="1525"/>
                        <a:pt x="27186" y="1485"/>
                      </a:cubicBezTo>
                      <a:lnTo>
                        <a:pt x="27065" y="1117"/>
                      </a:lnTo>
                      <a:cubicBezTo>
                        <a:pt x="27048" y="1070"/>
                        <a:pt x="26944" y="1036"/>
                        <a:pt x="26812" y="1036"/>
                      </a:cubicBezTo>
                      <a:lnTo>
                        <a:pt x="25782" y="1036"/>
                      </a:lnTo>
                      <a:cubicBezTo>
                        <a:pt x="25661" y="1036"/>
                        <a:pt x="25569" y="1070"/>
                        <a:pt x="25580" y="1117"/>
                      </a:cubicBezTo>
                      <a:lnTo>
                        <a:pt x="25684" y="1485"/>
                      </a:lnTo>
                      <a:cubicBezTo>
                        <a:pt x="25707" y="1525"/>
                        <a:pt x="25810" y="1565"/>
                        <a:pt x="25937" y="1565"/>
                      </a:cubicBezTo>
                      <a:close/>
                      <a:moveTo>
                        <a:pt x="23785" y="1565"/>
                      </a:moveTo>
                      <a:lnTo>
                        <a:pt x="24832" y="1565"/>
                      </a:lnTo>
                      <a:cubicBezTo>
                        <a:pt x="24959" y="1565"/>
                        <a:pt x="25051" y="1525"/>
                        <a:pt x="25045" y="1485"/>
                      </a:cubicBezTo>
                      <a:lnTo>
                        <a:pt x="24947" y="1117"/>
                      </a:lnTo>
                      <a:cubicBezTo>
                        <a:pt x="24936" y="1070"/>
                        <a:pt x="24826" y="1036"/>
                        <a:pt x="24706" y="1036"/>
                      </a:cubicBezTo>
                      <a:lnTo>
                        <a:pt x="23675" y="1036"/>
                      </a:lnTo>
                      <a:cubicBezTo>
                        <a:pt x="23555" y="1036"/>
                        <a:pt x="23457" y="1070"/>
                        <a:pt x="23468" y="1117"/>
                      </a:cubicBezTo>
                      <a:lnTo>
                        <a:pt x="23543" y="1485"/>
                      </a:lnTo>
                      <a:cubicBezTo>
                        <a:pt x="23555" y="1525"/>
                        <a:pt x="23664" y="1565"/>
                        <a:pt x="23785" y="1565"/>
                      </a:cubicBezTo>
                      <a:close/>
                      <a:moveTo>
                        <a:pt x="21632" y="1565"/>
                      </a:moveTo>
                      <a:lnTo>
                        <a:pt x="22686" y="1565"/>
                      </a:lnTo>
                      <a:cubicBezTo>
                        <a:pt x="22806" y="1565"/>
                        <a:pt x="22899" y="1525"/>
                        <a:pt x="22893" y="1485"/>
                      </a:cubicBezTo>
                      <a:lnTo>
                        <a:pt x="22818" y="1117"/>
                      </a:lnTo>
                      <a:cubicBezTo>
                        <a:pt x="22812" y="1070"/>
                        <a:pt x="22703" y="1036"/>
                        <a:pt x="22582" y="1036"/>
                      </a:cubicBezTo>
                      <a:lnTo>
                        <a:pt x="21552" y="1036"/>
                      </a:lnTo>
                      <a:cubicBezTo>
                        <a:pt x="21431" y="1036"/>
                        <a:pt x="21339" y="1070"/>
                        <a:pt x="21345" y="1117"/>
                      </a:cubicBezTo>
                      <a:lnTo>
                        <a:pt x="21402" y="1485"/>
                      </a:lnTo>
                      <a:cubicBezTo>
                        <a:pt x="21397" y="1525"/>
                        <a:pt x="21506" y="1565"/>
                        <a:pt x="21632" y="1565"/>
                      </a:cubicBezTo>
                      <a:close/>
                      <a:moveTo>
                        <a:pt x="19474" y="1565"/>
                      </a:moveTo>
                      <a:lnTo>
                        <a:pt x="20528" y="1565"/>
                      </a:lnTo>
                      <a:cubicBezTo>
                        <a:pt x="20648" y="1565"/>
                        <a:pt x="20746" y="1525"/>
                        <a:pt x="20740" y="1485"/>
                      </a:cubicBezTo>
                      <a:lnTo>
                        <a:pt x="20689" y="1117"/>
                      </a:lnTo>
                      <a:cubicBezTo>
                        <a:pt x="20683" y="1070"/>
                        <a:pt x="20585" y="1036"/>
                        <a:pt x="20459" y="1036"/>
                      </a:cubicBezTo>
                      <a:lnTo>
                        <a:pt x="19434" y="1036"/>
                      </a:lnTo>
                      <a:cubicBezTo>
                        <a:pt x="19308" y="1036"/>
                        <a:pt x="19210" y="1070"/>
                        <a:pt x="19215" y="1117"/>
                      </a:cubicBezTo>
                      <a:lnTo>
                        <a:pt x="19250" y="1485"/>
                      </a:lnTo>
                      <a:cubicBezTo>
                        <a:pt x="19244" y="1525"/>
                        <a:pt x="19354" y="1565"/>
                        <a:pt x="19474" y="1565"/>
                      </a:cubicBezTo>
                      <a:close/>
                      <a:moveTo>
                        <a:pt x="17322" y="1565"/>
                      </a:moveTo>
                      <a:lnTo>
                        <a:pt x="18375" y="1565"/>
                      </a:lnTo>
                      <a:cubicBezTo>
                        <a:pt x="18496" y="1565"/>
                        <a:pt x="18600" y="1525"/>
                        <a:pt x="18600" y="1485"/>
                      </a:cubicBezTo>
                      <a:lnTo>
                        <a:pt x="18565" y="1117"/>
                      </a:lnTo>
                      <a:cubicBezTo>
                        <a:pt x="18565" y="1070"/>
                        <a:pt x="18462" y="1036"/>
                        <a:pt x="18335" y="1036"/>
                      </a:cubicBezTo>
                      <a:lnTo>
                        <a:pt x="17311" y="1036"/>
                      </a:lnTo>
                      <a:cubicBezTo>
                        <a:pt x="17184" y="1036"/>
                        <a:pt x="17086" y="1070"/>
                        <a:pt x="17086" y="1117"/>
                      </a:cubicBezTo>
                      <a:lnTo>
                        <a:pt x="17092" y="1485"/>
                      </a:lnTo>
                      <a:cubicBezTo>
                        <a:pt x="17092" y="1525"/>
                        <a:pt x="17201" y="1565"/>
                        <a:pt x="17322" y="1565"/>
                      </a:cubicBezTo>
                      <a:close/>
                      <a:moveTo>
                        <a:pt x="15170" y="1565"/>
                      </a:moveTo>
                      <a:lnTo>
                        <a:pt x="16223" y="1565"/>
                      </a:lnTo>
                      <a:cubicBezTo>
                        <a:pt x="16344" y="1565"/>
                        <a:pt x="16447" y="1525"/>
                        <a:pt x="16447" y="1485"/>
                      </a:cubicBezTo>
                      <a:lnTo>
                        <a:pt x="16447" y="1117"/>
                      </a:lnTo>
                      <a:cubicBezTo>
                        <a:pt x="16447" y="1070"/>
                        <a:pt x="16344" y="1036"/>
                        <a:pt x="16223" y="1036"/>
                      </a:cubicBezTo>
                      <a:lnTo>
                        <a:pt x="15193" y="1036"/>
                      </a:lnTo>
                      <a:cubicBezTo>
                        <a:pt x="15072" y="1036"/>
                        <a:pt x="14968" y="1070"/>
                        <a:pt x="14968" y="1117"/>
                      </a:cubicBezTo>
                      <a:lnTo>
                        <a:pt x="14957" y="1485"/>
                      </a:lnTo>
                      <a:cubicBezTo>
                        <a:pt x="14945" y="1525"/>
                        <a:pt x="15043" y="1565"/>
                        <a:pt x="15170" y="1565"/>
                      </a:cubicBezTo>
                      <a:close/>
                      <a:moveTo>
                        <a:pt x="13012" y="1565"/>
                      </a:moveTo>
                      <a:lnTo>
                        <a:pt x="14065" y="1565"/>
                      </a:lnTo>
                      <a:cubicBezTo>
                        <a:pt x="14186" y="1565"/>
                        <a:pt x="14295" y="1525"/>
                        <a:pt x="14295" y="1485"/>
                      </a:cubicBezTo>
                      <a:lnTo>
                        <a:pt x="14318" y="1117"/>
                      </a:lnTo>
                      <a:cubicBezTo>
                        <a:pt x="14318" y="1070"/>
                        <a:pt x="14220" y="1036"/>
                        <a:pt x="14099" y="1036"/>
                      </a:cubicBezTo>
                      <a:lnTo>
                        <a:pt x="13069" y="1036"/>
                      </a:lnTo>
                      <a:cubicBezTo>
                        <a:pt x="12948" y="1036"/>
                        <a:pt x="12851" y="1070"/>
                        <a:pt x="12839" y="1117"/>
                      </a:cubicBezTo>
                      <a:lnTo>
                        <a:pt x="12805" y="1485"/>
                      </a:lnTo>
                      <a:cubicBezTo>
                        <a:pt x="12793" y="1525"/>
                        <a:pt x="12891" y="1565"/>
                        <a:pt x="13012" y="1565"/>
                      </a:cubicBezTo>
                      <a:close/>
                      <a:moveTo>
                        <a:pt x="10865" y="1565"/>
                      </a:moveTo>
                      <a:lnTo>
                        <a:pt x="11913" y="1565"/>
                      </a:lnTo>
                      <a:cubicBezTo>
                        <a:pt x="12039" y="1565"/>
                        <a:pt x="12143" y="1525"/>
                        <a:pt x="12154" y="1485"/>
                      </a:cubicBezTo>
                      <a:lnTo>
                        <a:pt x="12195" y="1117"/>
                      </a:lnTo>
                      <a:cubicBezTo>
                        <a:pt x="12200" y="1070"/>
                        <a:pt x="12103" y="1036"/>
                        <a:pt x="11982" y="1036"/>
                      </a:cubicBezTo>
                      <a:lnTo>
                        <a:pt x="10952" y="1036"/>
                      </a:lnTo>
                      <a:cubicBezTo>
                        <a:pt x="10831" y="1036"/>
                        <a:pt x="10721" y="1070"/>
                        <a:pt x="10710" y="1117"/>
                      </a:cubicBezTo>
                      <a:lnTo>
                        <a:pt x="10647" y="1485"/>
                      </a:lnTo>
                      <a:cubicBezTo>
                        <a:pt x="10641" y="1525"/>
                        <a:pt x="10744" y="1565"/>
                        <a:pt x="10865" y="1565"/>
                      </a:cubicBezTo>
                      <a:close/>
                      <a:moveTo>
                        <a:pt x="8713" y="1565"/>
                      </a:moveTo>
                      <a:lnTo>
                        <a:pt x="9766" y="1565"/>
                      </a:lnTo>
                      <a:cubicBezTo>
                        <a:pt x="9887" y="1565"/>
                        <a:pt x="9990" y="1525"/>
                        <a:pt x="10008" y="1485"/>
                      </a:cubicBezTo>
                      <a:lnTo>
                        <a:pt x="10083" y="1117"/>
                      </a:lnTo>
                      <a:cubicBezTo>
                        <a:pt x="10088" y="1070"/>
                        <a:pt x="9996" y="1036"/>
                        <a:pt x="9870" y="1036"/>
                      </a:cubicBezTo>
                      <a:lnTo>
                        <a:pt x="8828" y="1036"/>
                      </a:lnTo>
                      <a:cubicBezTo>
                        <a:pt x="8707" y="1036"/>
                        <a:pt x="8598" y="1070"/>
                        <a:pt x="8592" y="1117"/>
                      </a:cubicBezTo>
                      <a:lnTo>
                        <a:pt x="8506" y="1485"/>
                      </a:lnTo>
                      <a:cubicBezTo>
                        <a:pt x="8488" y="1525"/>
                        <a:pt x="8586" y="1565"/>
                        <a:pt x="8713" y="1565"/>
                      </a:cubicBezTo>
                      <a:close/>
                      <a:moveTo>
                        <a:pt x="6555" y="1565"/>
                      </a:moveTo>
                      <a:lnTo>
                        <a:pt x="7608" y="1565"/>
                      </a:lnTo>
                      <a:cubicBezTo>
                        <a:pt x="7729" y="1565"/>
                        <a:pt x="7844" y="1525"/>
                        <a:pt x="7850" y="1485"/>
                      </a:cubicBezTo>
                      <a:lnTo>
                        <a:pt x="7942" y="1117"/>
                      </a:lnTo>
                      <a:cubicBezTo>
                        <a:pt x="7959" y="1070"/>
                        <a:pt x="7867" y="1036"/>
                        <a:pt x="7740" y="1036"/>
                      </a:cubicBezTo>
                      <a:lnTo>
                        <a:pt x="6716" y="1036"/>
                      </a:lnTo>
                      <a:cubicBezTo>
                        <a:pt x="6589" y="1036"/>
                        <a:pt x="6486" y="1070"/>
                        <a:pt x="6469" y="1117"/>
                      </a:cubicBezTo>
                      <a:lnTo>
                        <a:pt x="6359" y="1485"/>
                      </a:lnTo>
                      <a:cubicBezTo>
                        <a:pt x="6342" y="1525"/>
                        <a:pt x="6434" y="1565"/>
                        <a:pt x="6555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25"/>
                        <a:pt x="5709" y="1485"/>
                      </a:cubicBezTo>
                      <a:lnTo>
                        <a:pt x="5818" y="1117"/>
                      </a:lnTo>
                      <a:cubicBezTo>
                        <a:pt x="5836" y="1070"/>
                        <a:pt x="5749" y="1036"/>
                        <a:pt x="5617" y="1036"/>
                      </a:cubicBezTo>
                      <a:lnTo>
                        <a:pt x="4592" y="1036"/>
                      </a:lnTo>
                      <a:cubicBezTo>
                        <a:pt x="4466" y="1036"/>
                        <a:pt x="4351" y="1070"/>
                        <a:pt x="4339" y="1117"/>
                      </a:cubicBezTo>
                      <a:lnTo>
                        <a:pt x="4207" y="1485"/>
                      </a:lnTo>
                      <a:cubicBezTo>
                        <a:pt x="4190" y="1525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8" y="1565"/>
                        <a:pt x="3534" y="1525"/>
                        <a:pt x="3557" y="1485"/>
                      </a:cubicBezTo>
                      <a:lnTo>
                        <a:pt x="3695" y="1117"/>
                      </a:lnTo>
                      <a:cubicBezTo>
                        <a:pt x="3706" y="1070"/>
                        <a:pt x="3620" y="1036"/>
                        <a:pt x="3499" y="1036"/>
                      </a:cubicBezTo>
                      <a:lnTo>
                        <a:pt x="1439" y="1036"/>
                      </a:lnTo>
                      <a:cubicBezTo>
                        <a:pt x="1318" y="1036"/>
                        <a:pt x="1203" y="1070"/>
                        <a:pt x="1180" y="1117"/>
                      </a:cubicBezTo>
                      <a:lnTo>
                        <a:pt x="1019" y="1485"/>
                      </a:lnTo>
                      <a:cubicBezTo>
                        <a:pt x="1001" y="1525"/>
                        <a:pt x="1088" y="1565"/>
                        <a:pt x="1209" y="1565"/>
                      </a:cubicBezTo>
                      <a:close/>
                      <a:moveTo>
                        <a:pt x="26720" y="2268"/>
                      </a:moveTo>
                      <a:lnTo>
                        <a:pt x="27790" y="2268"/>
                      </a:lnTo>
                      <a:cubicBezTo>
                        <a:pt x="27923" y="2268"/>
                        <a:pt x="28009" y="2233"/>
                        <a:pt x="27992" y="2181"/>
                      </a:cubicBezTo>
                      <a:lnTo>
                        <a:pt x="27865" y="1801"/>
                      </a:lnTo>
                      <a:cubicBezTo>
                        <a:pt x="27848" y="1755"/>
                        <a:pt x="27733" y="1721"/>
                        <a:pt x="27612" y="1721"/>
                      </a:cubicBezTo>
                      <a:lnTo>
                        <a:pt x="26559" y="1721"/>
                      </a:lnTo>
                      <a:cubicBezTo>
                        <a:pt x="26438" y="1721"/>
                        <a:pt x="26346" y="1755"/>
                        <a:pt x="26357" y="1801"/>
                      </a:cubicBezTo>
                      <a:lnTo>
                        <a:pt x="26472" y="2181"/>
                      </a:lnTo>
                      <a:cubicBezTo>
                        <a:pt x="26472" y="2233"/>
                        <a:pt x="26587" y="2268"/>
                        <a:pt x="26720" y="2268"/>
                      </a:cubicBezTo>
                      <a:close/>
                      <a:moveTo>
                        <a:pt x="24516" y="2268"/>
                      </a:moveTo>
                      <a:lnTo>
                        <a:pt x="25592" y="2268"/>
                      </a:lnTo>
                      <a:cubicBezTo>
                        <a:pt x="25718" y="2268"/>
                        <a:pt x="25810" y="2233"/>
                        <a:pt x="25799" y="2181"/>
                      </a:cubicBezTo>
                      <a:lnTo>
                        <a:pt x="25690" y="1801"/>
                      </a:lnTo>
                      <a:cubicBezTo>
                        <a:pt x="25678" y="1755"/>
                        <a:pt x="25569" y="1721"/>
                        <a:pt x="25436" y="1721"/>
                      </a:cubicBezTo>
                      <a:lnTo>
                        <a:pt x="24389" y="1721"/>
                      </a:lnTo>
                      <a:cubicBezTo>
                        <a:pt x="24268" y="1721"/>
                        <a:pt x="24170" y="1755"/>
                        <a:pt x="24182" y="1801"/>
                      </a:cubicBezTo>
                      <a:lnTo>
                        <a:pt x="24268" y="2181"/>
                      </a:lnTo>
                      <a:cubicBezTo>
                        <a:pt x="24280" y="2233"/>
                        <a:pt x="24389" y="2268"/>
                        <a:pt x="24516" y="2268"/>
                      </a:cubicBezTo>
                      <a:close/>
                      <a:moveTo>
                        <a:pt x="22317" y="2268"/>
                      </a:moveTo>
                      <a:lnTo>
                        <a:pt x="23388" y="2268"/>
                      </a:lnTo>
                      <a:cubicBezTo>
                        <a:pt x="23520" y="2268"/>
                        <a:pt x="23612" y="2233"/>
                        <a:pt x="23606" y="2181"/>
                      </a:cubicBezTo>
                      <a:lnTo>
                        <a:pt x="23526" y="1801"/>
                      </a:lnTo>
                      <a:cubicBezTo>
                        <a:pt x="23520" y="1755"/>
                        <a:pt x="23405" y="1721"/>
                        <a:pt x="23278" y="1721"/>
                      </a:cubicBezTo>
                      <a:lnTo>
                        <a:pt x="22231" y="1721"/>
                      </a:lnTo>
                      <a:cubicBezTo>
                        <a:pt x="22110" y="1721"/>
                        <a:pt x="22007" y="1755"/>
                        <a:pt x="22012" y="1801"/>
                      </a:cubicBezTo>
                      <a:lnTo>
                        <a:pt x="22081" y="2181"/>
                      </a:lnTo>
                      <a:cubicBezTo>
                        <a:pt x="22081" y="2233"/>
                        <a:pt x="22185" y="2268"/>
                        <a:pt x="22317" y="2268"/>
                      </a:cubicBezTo>
                      <a:close/>
                      <a:moveTo>
                        <a:pt x="20113" y="2268"/>
                      </a:moveTo>
                      <a:lnTo>
                        <a:pt x="21189" y="2268"/>
                      </a:lnTo>
                      <a:cubicBezTo>
                        <a:pt x="21316" y="2268"/>
                        <a:pt x="21408" y="2233"/>
                        <a:pt x="21402" y="2181"/>
                      </a:cubicBezTo>
                      <a:lnTo>
                        <a:pt x="21345" y="1801"/>
                      </a:lnTo>
                      <a:cubicBezTo>
                        <a:pt x="21339" y="1755"/>
                        <a:pt x="21230" y="1721"/>
                        <a:pt x="21109" y="1721"/>
                      </a:cubicBezTo>
                      <a:lnTo>
                        <a:pt x="20056" y="1721"/>
                      </a:lnTo>
                      <a:cubicBezTo>
                        <a:pt x="19935" y="1721"/>
                        <a:pt x="19837" y="1755"/>
                        <a:pt x="19843" y="1801"/>
                      </a:cubicBezTo>
                      <a:lnTo>
                        <a:pt x="19883" y="2181"/>
                      </a:lnTo>
                      <a:cubicBezTo>
                        <a:pt x="19883" y="2233"/>
                        <a:pt x="19992" y="2268"/>
                        <a:pt x="20113" y="2268"/>
                      </a:cubicBezTo>
                      <a:close/>
                      <a:moveTo>
                        <a:pt x="17915" y="2268"/>
                      </a:moveTo>
                      <a:lnTo>
                        <a:pt x="18985" y="2268"/>
                      </a:lnTo>
                      <a:cubicBezTo>
                        <a:pt x="19118" y="2268"/>
                        <a:pt x="19215" y="2233"/>
                        <a:pt x="19210" y="2181"/>
                      </a:cubicBezTo>
                      <a:lnTo>
                        <a:pt x="19175" y="1801"/>
                      </a:lnTo>
                      <a:cubicBezTo>
                        <a:pt x="19164" y="1755"/>
                        <a:pt x="19066" y="1721"/>
                        <a:pt x="18933" y="1721"/>
                      </a:cubicBezTo>
                      <a:lnTo>
                        <a:pt x="17892" y="1721"/>
                      </a:lnTo>
                      <a:cubicBezTo>
                        <a:pt x="17771" y="1721"/>
                        <a:pt x="17667" y="1755"/>
                        <a:pt x="17667" y="1801"/>
                      </a:cubicBezTo>
                      <a:lnTo>
                        <a:pt x="17685" y="2181"/>
                      </a:lnTo>
                      <a:cubicBezTo>
                        <a:pt x="17685" y="2233"/>
                        <a:pt x="17794" y="2268"/>
                        <a:pt x="17915" y="2268"/>
                      </a:cubicBezTo>
                      <a:close/>
                      <a:moveTo>
                        <a:pt x="15722" y="2268"/>
                      </a:moveTo>
                      <a:lnTo>
                        <a:pt x="16793" y="2268"/>
                      </a:lnTo>
                      <a:cubicBezTo>
                        <a:pt x="16919" y="2268"/>
                        <a:pt x="17023" y="2233"/>
                        <a:pt x="17023" y="2181"/>
                      </a:cubicBezTo>
                      <a:lnTo>
                        <a:pt x="17017" y="1801"/>
                      </a:lnTo>
                      <a:cubicBezTo>
                        <a:pt x="17017" y="1755"/>
                        <a:pt x="16914" y="1721"/>
                        <a:pt x="16787" y="1721"/>
                      </a:cubicBezTo>
                      <a:lnTo>
                        <a:pt x="15734" y="1721"/>
                      </a:lnTo>
                      <a:cubicBezTo>
                        <a:pt x="15613" y="1721"/>
                        <a:pt x="15504" y="1755"/>
                        <a:pt x="15504" y="1801"/>
                      </a:cubicBezTo>
                      <a:lnTo>
                        <a:pt x="15498" y="2181"/>
                      </a:lnTo>
                      <a:cubicBezTo>
                        <a:pt x="15492" y="2233"/>
                        <a:pt x="15590" y="2268"/>
                        <a:pt x="15722" y="2268"/>
                      </a:cubicBezTo>
                      <a:close/>
                      <a:moveTo>
                        <a:pt x="13518" y="2268"/>
                      </a:moveTo>
                      <a:lnTo>
                        <a:pt x="14589" y="2268"/>
                      </a:lnTo>
                      <a:cubicBezTo>
                        <a:pt x="14721" y="2268"/>
                        <a:pt x="14819" y="2233"/>
                        <a:pt x="14830" y="2181"/>
                      </a:cubicBezTo>
                      <a:lnTo>
                        <a:pt x="14842" y="1801"/>
                      </a:lnTo>
                      <a:cubicBezTo>
                        <a:pt x="14842" y="1755"/>
                        <a:pt x="14738" y="1721"/>
                        <a:pt x="14617" y="1721"/>
                      </a:cubicBezTo>
                      <a:lnTo>
                        <a:pt x="13570" y="1721"/>
                      </a:lnTo>
                      <a:cubicBezTo>
                        <a:pt x="13449" y="1721"/>
                        <a:pt x="13340" y="1755"/>
                        <a:pt x="13334" y="1801"/>
                      </a:cubicBezTo>
                      <a:lnTo>
                        <a:pt x="13294" y="2181"/>
                      </a:lnTo>
                      <a:cubicBezTo>
                        <a:pt x="13288" y="2233"/>
                        <a:pt x="13392" y="2268"/>
                        <a:pt x="13518" y="2268"/>
                      </a:cubicBezTo>
                      <a:close/>
                      <a:moveTo>
                        <a:pt x="11320" y="2268"/>
                      </a:moveTo>
                      <a:lnTo>
                        <a:pt x="12390" y="2268"/>
                      </a:lnTo>
                      <a:cubicBezTo>
                        <a:pt x="12517" y="2268"/>
                        <a:pt x="12626" y="2233"/>
                        <a:pt x="12626" y="2181"/>
                      </a:cubicBezTo>
                      <a:lnTo>
                        <a:pt x="12672" y="1801"/>
                      </a:lnTo>
                      <a:cubicBezTo>
                        <a:pt x="12678" y="1755"/>
                        <a:pt x="12574" y="1721"/>
                        <a:pt x="12454" y="1721"/>
                      </a:cubicBezTo>
                      <a:lnTo>
                        <a:pt x="11406" y="1721"/>
                      </a:lnTo>
                      <a:cubicBezTo>
                        <a:pt x="11280" y="1721"/>
                        <a:pt x="11176" y="1755"/>
                        <a:pt x="11164" y="1801"/>
                      </a:cubicBezTo>
                      <a:lnTo>
                        <a:pt x="11107" y="2181"/>
                      </a:lnTo>
                      <a:cubicBezTo>
                        <a:pt x="11090" y="2233"/>
                        <a:pt x="11187" y="2268"/>
                        <a:pt x="11320" y="2268"/>
                      </a:cubicBezTo>
                      <a:close/>
                      <a:moveTo>
                        <a:pt x="9116" y="2268"/>
                      </a:moveTo>
                      <a:lnTo>
                        <a:pt x="10186" y="2268"/>
                      </a:lnTo>
                      <a:cubicBezTo>
                        <a:pt x="10319" y="2268"/>
                        <a:pt x="10428" y="2233"/>
                        <a:pt x="10434" y="2181"/>
                      </a:cubicBezTo>
                      <a:lnTo>
                        <a:pt x="10497" y="1801"/>
                      </a:lnTo>
                      <a:cubicBezTo>
                        <a:pt x="10503" y="1755"/>
                        <a:pt x="10411" y="1721"/>
                        <a:pt x="10284" y="1721"/>
                      </a:cubicBezTo>
                      <a:lnTo>
                        <a:pt x="9231" y="1721"/>
                      </a:lnTo>
                      <a:cubicBezTo>
                        <a:pt x="9110" y="1721"/>
                        <a:pt x="8995" y="1755"/>
                        <a:pt x="8989" y="1801"/>
                      </a:cubicBezTo>
                      <a:lnTo>
                        <a:pt x="8909" y="2181"/>
                      </a:lnTo>
                      <a:cubicBezTo>
                        <a:pt x="8891" y="2233"/>
                        <a:pt x="8983" y="2268"/>
                        <a:pt x="9116" y="2268"/>
                      </a:cubicBezTo>
                      <a:close/>
                      <a:moveTo>
                        <a:pt x="6917" y="2268"/>
                      </a:moveTo>
                      <a:lnTo>
                        <a:pt x="7988" y="2268"/>
                      </a:lnTo>
                      <a:cubicBezTo>
                        <a:pt x="8114" y="2268"/>
                        <a:pt x="8224" y="2233"/>
                        <a:pt x="8241" y="2181"/>
                      </a:cubicBezTo>
                      <a:lnTo>
                        <a:pt x="8327" y="1801"/>
                      </a:lnTo>
                      <a:cubicBezTo>
                        <a:pt x="8333" y="1755"/>
                        <a:pt x="8247" y="1721"/>
                        <a:pt x="8114" y="1721"/>
                      </a:cubicBezTo>
                      <a:lnTo>
                        <a:pt x="7067" y="1721"/>
                      </a:lnTo>
                      <a:cubicBezTo>
                        <a:pt x="6946" y="1721"/>
                        <a:pt x="6825" y="1755"/>
                        <a:pt x="6814" y="1801"/>
                      </a:cubicBezTo>
                      <a:lnTo>
                        <a:pt x="6704" y="2181"/>
                      </a:lnTo>
                      <a:cubicBezTo>
                        <a:pt x="6693" y="2233"/>
                        <a:pt x="6785" y="2268"/>
                        <a:pt x="6917" y="2268"/>
                      </a:cubicBezTo>
                      <a:close/>
                      <a:moveTo>
                        <a:pt x="4713" y="2268"/>
                      </a:moveTo>
                      <a:lnTo>
                        <a:pt x="5784" y="2268"/>
                      </a:lnTo>
                      <a:cubicBezTo>
                        <a:pt x="5916" y="2268"/>
                        <a:pt x="6031" y="2233"/>
                        <a:pt x="6043" y="2181"/>
                      </a:cubicBezTo>
                      <a:lnTo>
                        <a:pt x="6158" y="1801"/>
                      </a:lnTo>
                      <a:cubicBezTo>
                        <a:pt x="6175" y="1755"/>
                        <a:pt x="6083" y="1721"/>
                        <a:pt x="5956" y="1721"/>
                      </a:cubicBezTo>
                      <a:lnTo>
                        <a:pt x="4909" y="1721"/>
                      </a:lnTo>
                      <a:cubicBezTo>
                        <a:pt x="4788" y="1721"/>
                        <a:pt x="4667" y="1755"/>
                        <a:pt x="4656" y="1801"/>
                      </a:cubicBezTo>
                      <a:lnTo>
                        <a:pt x="4523" y="2181"/>
                      </a:lnTo>
                      <a:cubicBezTo>
                        <a:pt x="4500" y="2233"/>
                        <a:pt x="4587" y="2268"/>
                        <a:pt x="4713" y="2268"/>
                      </a:cubicBezTo>
                      <a:close/>
                      <a:moveTo>
                        <a:pt x="892" y="2268"/>
                      </a:moveTo>
                      <a:lnTo>
                        <a:pt x="3585" y="2268"/>
                      </a:lnTo>
                      <a:cubicBezTo>
                        <a:pt x="3712" y="2268"/>
                        <a:pt x="3827" y="2233"/>
                        <a:pt x="3844" y="2181"/>
                      </a:cubicBezTo>
                      <a:lnTo>
                        <a:pt x="3982" y="1801"/>
                      </a:lnTo>
                      <a:cubicBezTo>
                        <a:pt x="3994" y="1755"/>
                        <a:pt x="3908" y="1721"/>
                        <a:pt x="3787" y="1721"/>
                      </a:cubicBezTo>
                      <a:lnTo>
                        <a:pt x="1140" y="1721"/>
                      </a:lnTo>
                      <a:cubicBezTo>
                        <a:pt x="1019" y="1721"/>
                        <a:pt x="892" y="1755"/>
                        <a:pt x="875" y="1801"/>
                      </a:cubicBezTo>
                      <a:lnTo>
                        <a:pt x="702" y="2181"/>
                      </a:lnTo>
                      <a:cubicBezTo>
                        <a:pt x="679" y="2233"/>
                        <a:pt x="766" y="2268"/>
                        <a:pt x="892" y="2268"/>
                      </a:cubicBezTo>
                      <a:close/>
                      <a:moveTo>
                        <a:pt x="28918" y="2268"/>
                      </a:moveTo>
                      <a:lnTo>
                        <a:pt x="31611" y="2268"/>
                      </a:lnTo>
                      <a:cubicBezTo>
                        <a:pt x="31738" y="2268"/>
                        <a:pt x="31824" y="2233"/>
                        <a:pt x="31807" y="2181"/>
                      </a:cubicBezTo>
                      <a:lnTo>
                        <a:pt x="31634" y="1801"/>
                      </a:lnTo>
                      <a:cubicBezTo>
                        <a:pt x="31611" y="1755"/>
                        <a:pt x="31496" y="1721"/>
                        <a:pt x="31364" y="1721"/>
                      </a:cubicBezTo>
                      <a:lnTo>
                        <a:pt x="28717" y="1721"/>
                      </a:lnTo>
                      <a:cubicBezTo>
                        <a:pt x="28596" y="1721"/>
                        <a:pt x="28504" y="1755"/>
                        <a:pt x="28527" y="1801"/>
                      </a:cubicBezTo>
                      <a:lnTo>
                        <a:pt x="28659" y="2181"/>
                      </a:lnTo>
                      <a:cubicBezTo>
                        <a:pt x="28676" y="2233"/>
                        <a:pt x="28791" y="2268"/>
                        <a:pt x="28918" y="2268"/>
                      </a:cubicBezTo>
                      <a:close/>
                      <a:moveTo>
                        <a:pt x="25828" y="3004"/>
                      </a:moveTo>
                      <a:lnTo>
                        <a:pt x="26921" y="3004"/>
                      </a:lnTo>
                      <a:cubicBezTo>
                        <a:pt x="27048" y="3004"/>
                        <a:pt x="27146" y="2964"/>
                        <a:pt x="27128" y="2918"/>
                      </a:cubicBezTo>
                      <a:lnTo>
                        <a:pt x="27008" y="2521"/>
                      </a:lnTo>
                      <a:cubicBezTo>
                        <a:pt x="26990" y="2469"/>
                        <a:pt x="26875" y="2434"/>
                        <a:pt x="26749" y="2434"/>
                      </a:cubicBezTo>
                      <a:lnTo>
                        <a:pt x="25678" y="2434"/>
                      </a:lnTo>
                      <a:cubicBezTo>
                        <a:pt x="25546" y="2434"/>
                        <a:pt x="25454" y="2469"/>
                        <a:pt x="25465" y="2521"/>
                      </a:cubicBezTo>
                      <a:lnTo>
                        <a:pt x="25575" y="2918"/>
                      </a:lnTo>
                      <a:cubicBezTo>
                        <a:pt x="25580" y="2958"/>
                        <a:pt x="25695" y="3004"/>
                        <a:pt x="25828" y="3004"/>
                      </a:cubicBezTo>
                      <a:close/>
                      <a:moveTo>
                        <a:pt x="23583" y="3004"/>
                      </a:moveTo>
                      <a:lnTo>
                        <a:pt x="24677" y="3004"/>
                      </a:lnTo>
                      <a:cubicBezTo>
                        <a:pt x="24803" y="3004"/>
                        <a:pt x="24895" y="2964"/>
                        <a:pt x="24890" y="2918"/>
                      </a:cubicBezTo>
                      <a:lnTo>
                        <a:pt x="24792" y="2521"/>
                      </a:lnTo>
                      <a:cubicBezTo>
                        <a:pt x="24775" y="2469"/>
                        <a:pt x="24671" y="2434"/>
                        <a:pt x="24539" y="2434"/>
                      </a:cubicBezTo>
                      <a:lnTo>
                        <a:pt x="23468" y="2434"/>
                      </a:lnTo>
                      <a:cubicBezTo>
                        <a:pt x="23336" y="2434"/>
                        <a:pt x="23244" y="2469"/>
                        <a:pt x="23250" y="2521"/>
                      </a:cubicBezTo>
                      <a:lnTo>
                        <a:pt x="23330" y="2918"/>
                      </a:lnTo>
                      <a:cubicBezTo>
                        <a:pt x="23336" y="2958"/>
                        <a:pt x="23451" y="3004"/>
                        <a:pt x="23583" y="3004"/>
                      </a:cubicBezTo>
                      <a:close/>
                      <a:moveTo>
                        <a:pt x="21333" y="3004"/>
                      </a:moveTo>
                      <a:lnTo>
                        <a:pt x="22427" y="3004"/>
                      </a:lnTo>
                      <a:cubicBezTo>
                        <a:pt x="22553" y="3004"/>
                        <a:pt x="22657" y="2964"/>
                        <a:pt x="22645" y="2918"/>
                      </a:cubicBezTo>
                      <a:lnTo>
                        <a:pt x="22576" y="2521"/>
                      </a:lnTo>
                      <a:cubicBezTo>
                        <a:pt x="22571" y="2469"/>
                        <a:pt x="22455" y="2434"/>
                        <a:pt x="22329" y="2434"/>
                      </a:cubicBezTo>
                      <a:lnTo>
                        <a:pt x="21258" y="2434"/>
                      </a:lnTo>
                      <a:cubicBezTo>
                        <a:pt x="21126" y="2434"/>
                        <a:pt x="21028" y="2469"/>
                        <a:pt x="21034" y="2521"/>
                      </a:cubicBezTo>
                      <a:lnTo>
                        <a:pt x="21092" y="2918"/>
                      </a:lnTo>
                      <a:cubicBezTo>
                        <a:pt x="21086" y="2958"/>
                        <a:pt x="21201" y="3004"/>
                        <a:pt x="21333" y="3004"/>
                      </a:cubicBezTo>
                      <a:close/>
                      <a:moveTo>
                        <a:pt x="19077" y="3004"/>
                      </a:moveTo>
                      <a:lnTo>
                        <a:pt x="20171" y="3004"/>
                      </a:lnTo>
                      <a:cubicBezTo>
                        <a:pt x="20303" y="3004"/>
                        <a:pt x="20401" y="2964"/>
                        <a:pt x="20395" y="2918"/>
                      </a:cubicBezTo>
                      <a:lnTo>
                        <a:pt x="20343" y="2521"/>
                      </a:lnTo>
                      <a:cubicBezTo>
                        <a:pt x="20338" y="2469"/>
                        <a:pt x="20228" y="2434"/>
                        <a:pt x="20102" y="2434"/>
                      </a:cubicBezTo>
                      <a:lnTo>
                        <a:pt x="19031" y="2434"/>
                      </a:lnTo>
                      <a:cubicBezTo>
                        <a:pt x="18899" y="2434"/>
                        <a:pt x="18801" y="2469"/>
                        <a:pt x="18807" y="2521"/>
                      </a:cubicBezTo>
                      <a:lnTo>
                        <a:pt x="18836" y="2918"/>
                      </a:lnTo>
                      <a:cubicBezTo>
                        <a:pt x="18841" y="2958"/>
                        <a:pt x="18951" y="3004"/>
                        <a:pt x="19077" y="3004"/>
                      </a:cubicBezTo>
                      <a:close/>
                      <a:moveTo>
                        <a:pt x="16827" y="3004"/>
                      </a:moveTo>
                      <a:lnTo>
                        <a:pt x="17921" y="3004"/>
                      </a:lnTo>
                      <a:cubicBezTo>
                        <a:pt x="18047" y="3004"/>
                        <a:pt x="18157" y="2964"/>
                        <a:pt x="18151" y="2918"/>
                      </a:cubicBezTo>
                      <a:lnTo>
                        <a:pt x="18128" y="2521"/>
                      </a:lnTo>
                      <a:cubicBezTo>
                        <a:pt x="18128" y="2469"/>
                        <a:pt x="18018" y="2434"/>
                        <a:pt x="17892" y="2434"/>
                      </a:cubicBezTo>
                      <a:lnTo>
                        <a:pt x="16821" y="2434"/>
                      </a:lnTo>
                      <a:cubicBezTo>
                        <a:pt x="16689" y="2434"/>
                        <a:pt x="16591" y="2469"/>
                        <a:pt x="16591" y="2521"/>
                      </a:cubicBezTo>
                      <a:lnTo>
                        <a:pt x="16597" y="2918"/>
                      </a:lnTo>
                      <a:cubicBezTo>
                        <a:pt x="16591" y="2958"/>
                        <a:pt x="16701" y="3004"/>
                        <a:pt x="16827" y="3004"/>
                      </a:cubicBezTo>
                      <a:close/>
                      <a:moveTo>
                        <a:pt x="14583" y="3004"/>
                      </a:moveTo>
                      <a:lnTo>
                        <a:pt x="15676" y="3004"/>
                      </a:lnTo>
                      <a:cubicBezTo>
                        <a:pt x="15809" y="3004"/>
                        <a:pt x="15912" y="2964"/>
                        <a:pt x="15912" y="2918"/>
                      </a:cubicBezTo>
                      <a:lnTo>
                        <a:pt x="15924" y="2521"/>
                      </a:lnTo>
                      <a:cubicBezTo>
                        <a:pt x="15924" y="2469"/>
                        <a:pt x="15820" y="2434"/>
                        <a:pt x="15694" y="2434"/>
                      </a:cubicBezTo>
                      <a:lnTo>
                        <a:pt x="14617" y="2434"/>
                      </a:lnTo>
                      <a:cubicBezTo>
                        <a:pt x="14491" y="2434"/>
                        <a:pt x="14381" y="2469"/>
                        <a:pt x="14381" y="2521"/>
                      </a:cubicBezTo>
                      <a:lnTo>
                        <a:pt x="14358" y="2918"/>
                      </a:lnTo>
                      <a:cubicBezTo>
                        <a:pt x="14347" y="2958"/>
                        <a:pt x="14445" y="3004"/>
                        <a:pt x="14583" y="3004"/>
                      </a:cubicBezTo>
                      <a:close/>
                      <a:moveTo>
                        <a:pt x="12333" y="3004"/>
                      </a:moveTo>
                      <a:lnTo>
                        <a:pt x="13426" y="3004"/>
                      </a:lnTo>
                      <a:cubicBezTo>
                        <a:pt x="13553" y="3004"/>
                        <a:pt x="13662" y="2964"/>
                        <a:pt x="13668" y="2918"/>
                      </a:cubicBezTo>
                      <a:lnTo>
                        <a:pt x="13697" y="2521"/>
                      </a:lnTo>
                      <a:cubicBezTo>
                        <a:pt x="13697" y="2469"/>
                        <a:pt x="13599" y="2434"/>
                        <a:pt x="13478" y="2434"/>
                      </a:cubicBezTo>
                      <a:lnTo>
                        <a:pt x="12402" y="2434"/>
                      </a:lnTo>
                      <a:cubicBezTo>
                        <a:pt x="12275" y="2434"/>
                        <a:pt x="12166" y="2469"/>
                        <a:pt x="12160" y="2521"/>
                      </a:cubicBezTo>
                      <a:lnTo>
                        <a:pt x="12108" y="2918"/>
                      </a:lnTo>
                      <a:cubicBezTo>
                        <a:pt x="12103" y="2958"/>
                        <a:pt x="12200" y="3004"/>
                        <a:pt x="12333" y="3004"/>
                      </a:cubicBezTo>
                      <a:close/>
                      <a:moveTo>
                        <a:pt x="10083" y="3004"/>
                      </a:moveTo>
                      <a:lnTo>
                        <a:pt x="11176" y="3004"/>
                      </a:lnTo>
                      <a:cubicBezTo>
                        <a:pt x="11303" y="3004"/>
                        <a:pt x="11418" y="2964"/>
                        <a:pt x="11418" y="2918"/>
                      </a:cubicBezTo>
                      <a:lnTo>
                        <a:pt x="11475" y="2521"/>
                      </a:lnTo>
                      <a:cubicBezTo>
                        <a:pt x="11481" y="2469"/>
                        <a:pt x="11383" y="2434"/>
                        <a:pt x="11251" y="2434"/>
                      </a:cubicBezTo>
                      <a:lnTo>
                        <a:pt x="10180" y="2434"/>
                      </a:lnTo>
                      <a:cubicBezTo>
                        <a:pt x="10054" y="2434"/>
                        <a:pt x="9944" y="2469"/>
                        <a:pt x="9939" y="2521"/>
                      </a:cubicBezTo>
                      <a:lnTo>
                        <a:pt x="9864" y="2918"/>
                      </a:lnTo>
                      <a:cubicBezTo>
                        <a:pt x="9847" y="2958"/>
                        <a:pt x="9950" y="3004"/>
                        <a:pt x="10083" y="3004"/>
                      </a:cubicBezTo>
                      <a:close/>
                      <a:moveTo>
                        <a:pt x="7827" y="3004"/>
                      </a:moveTo>
                      <a:lnTo>
                        <a:pt x="8920" y="3004"/>
                      </a:lnTo>
                      <a:cubicBezTo>
                        <a:pt x="9052" y="3004"/>
                        <a:pt x="9168" y="2964"/>
                        <a:pt x="9173" y="2918"/>
                      </a:cubicBezTo>
                      <a:lnTo>
                        <a:pt x="9254" y="2521"/>
                      </a:lnTo>
                      <a:cubicBezTo>
                        <a:pt x="9260" y="2469"/>
                        <a:pt x="9168" y="2434"/>
                        <a:pt x="9035" y="2434"/>
                      </a:cubicBezTo>
                      <a:lnTo>
                        <a:pt x="7965" y="2434"/>
                      </a:lnTo>
                      <a:cubicBezTo>
                        <a:pt x="7832" y="2434"/>
                        <a:pt x="7723" y="2469"/>
                        <a:pt x="7712" y="2521"/>
                      </a:cubicBezTo>
                      <a:lnTo>
                        <a:pt x="7614" y="2918"/>
                      </a:lnTo>
                      <a:cubicBezTo>
                        <a:pt x="7608" y="2958"/>
                        <a:pt x="7700" y="3004"/>
                        <a:pt x="7827" y="3004"/>
                      </a:cubicBezTo>
                      <a:close/>
                      <a:moveTo>
                        <a:pt x="5577" y="3004"/>
                      </a:moveTo>
                      <a:lnTo>
                        <a:pt x="6670" y="3004"/>
                      </a:lnTo>
                      <a:cubicBezTo>
                        <a:pt x="6802" y="3004"/>
                        <a:pt x="6917" y="2964"/>
                        <a:pt x="6929" y="2918"/>
                      </a:cubicBezTo>
                      <a:lnTo>
                        <a:pt x="7038" y="2521"/>
                      </a:lnTo>
                      <a:cubicBezTo>
                        <a:pt x="7050" y="2469"/>
                        <a:pt x="6958" y="2434"/>
                        <a:pt x="6825" y="2434"/>
                      </a:cubicBezTo>
                      <a:lnTo>
                        <a:pt x="5755" y="2434"/>
                      </a:lnTo>
                      <a:cubicBezTo>
                        <a:pt x="5628" y="2434"/>
                        <a:pt x="5513" y="2469"/>
                        <a:pt x="5496" y="2521"/>
                      </a:cubicBezTo>
                      <a:lnTo>
                        <a:pt x="5375" y="2918"/>
                      </a:lnTo>
                      <a:cubicBezTo>
                        <a:pt x="5352" y="2958"/>
                        <a:pt x="5450" y="3004"/>
                        <a:pt x="5577" y="3004"/>
                      </a:cubicBezTo>
                      <a:close/>
                      <a:moveTo>
                        <a:pt x="570" y="3004"/>
                      </a:moveTo>
                      <a:lnTo>
                        <a:pt x="4426" y="3004"/>
                      </a:lnTo>
                      <a:cubicBezTo>
                        <a:pt x="4558" y="3004"/>
                        <a:pt x="4679" y="2964"/>
                        <a:pt x="4690" y="2918"/>
                      </a:cubicBezTo>
                      <a:lnTo>
                        <a:pt x="4823" y="2521"/>
                      </a:lnTo>
                      <a:cubicBezTo>
                        <a:pt x="4834" y="2469"/>
                        <a:pt x="4742" y="2434"/>
                        <a:pt x="4621" y="2434"/>
                      </a:cubicBezTo>
                      <a:lnTo>
                        <a:pt x="829" y="2434"/>
                      </a:lnTo>
                      <a:cubicBezTo>
                        <a:pt x="696" y="2434"/>
                        <a:pt x="576" y="2469"/>
                        <a:pt x="553" y="2521"/>
                      </a:cubicBezTo>
                      <a:lnTo>
                        <a:pt x="374" y="2918"/>
                      </a:lnTo>
                      <a:cubicBezTo>
                        <a:pt x="345" y="2958"/>
                        <a:pt x="432" y="3004"/>
                        <a:pt x="570" y="3004"/>
                      </a:cubicBezTo>
                      <a:close/>
                      <a:moveTo>
                        <a:pt x="28078" y="3004"/>
                      </a:moveTo>
                      <a:lnTo>
                        <a:pt x="31934" y="3004"/>
                      </a:lnTo>
                      <a:cubicBezTo>
                        <a:pt x="32066" y="3004"/>
                        <a:pt x="32152" y="2964"/>
                        <a:pt x="32129" y="2918"/>
                      </a:cubicBezTo>
                      <a:lnTo>
                        <a:pt x="31945" y="2521"/>
                      </a:lnTo>
                      <a:cubicBezTo>
                        <a:pt x="31928" y="2469"/>
                        <a:pt x="31801" y="2434"/>
                        <a:pt x="31675" y="2434"/>
                      </a:cubicBezTo>
                      <a:lnTo>
                        <a:pt x="27882" y="2434"/>
                      </a:lnTo>
                      <a:cubicBezTo>
                        <a:pt x="27756" y="2434"/>
                        <a:pt x="27664" y="2469"/>
                        <a:pt x="27681" y="2521"/>
                      </a:cubicBezTo>
                      <a:lnTo>
                        <a:pt x="27813" y="2918"/>
                      </a:lnTo>
                      <a:cubicBezTo>
                        <a:pt x="27836" y="2958"/>
                        <a:pt x="27951" y="3004"/>
                        <a:pt x="28078" y="3004"/>
                      </a:cubicBezTo>
                      <a:close/>
                      <a:moveTo>
                        <a:pt x="26570" y="3764"/>
                      </a:moveTo>
                      <a:lnTo>
                        <a:pt x="27733" y="3764"/>
                      </a:lnTo>
                      <a:cubicBezTo>
                        <a:pt x="27871" y="3764"/>
                        <a:pt x="27963" y="3723"/>
                        <a:pt x="27940" y="3672"/>
                      </a:cubicBezTo>
                      <a:lnTo>
                        <a:pt x="27905" y="3551"/>
                      </a:lnTo>
                      <a:cubicBezTo>
                        <a:pt x="27894" y="3499"/>
                        <a:pt x="27767" y="3453"/>
                        <a:pt x="27641" y="3453"/>
                      </a:cubicBezTo>
                      <a:lnTo>
                        <a:pt x="26484" y="3453"/>
                      </a:lnTo>
                      <a:cubicBezTo>
                        <a:pt x="26351" y="3453"/>
                        <a:pt x="26254" y="3499"/>
                        <a:pt x="26265" y="3551"/>
                      </a:cubicBezTo>
                      <a:lnTo>
                        <a:pt x="26300" y="3672"/>
                      </a:lnTo>
                      <a:cubicBezTo>
                        <a:pt x="26311" y="3723"/>
                        <a:pt x="26432" y="3764"/>
                        <a:pt x="26570" y="3764"/>
                      </a:cubicBezTo>
                      <a:close/>
                      <a:moveTo>
                        <a:pt x="28832" y="3764"/>
                      </a:moveTo>
                      <a:lnTo>
                        <a:pt x="30000" y="3764"/>
                      </a:lnTo>
                      <a:cubicBezTo>
                        <a:pt x="30138" y="3764"/>
                        <a:pt x="30219" y="3723"/>
                        <a:pt x="30207" y="3672"/>
                      </a:cubicBezTo>
                      <a:lnTo>
                        <a:pt x="30040" y="3252"/>
                      </a:lnTo>
                      <a:cubicBezTo>
                        <a:pt x="30017" y="3206"/>
                        <a:pt x="29896" y="3165"/>
                        <a:pt x="29770" y="3165"/>
                      </a:cubicBezTo>
                      <a:lnTo>
                        <a:pt x="28619" y="3165"/>
                      </a:lnTo>
                      <a:cubicBezTo>
                        <a:pt x="28486" y="3165"/>
                        <a:pt x="28394" y="3206"/>
                        <a:pt x="28406" y="3252"/>
                      </a:cubicBezTo>
                      <a:lnTo>
                        <a:pt x="28550" y="3672"/>
                      </a:lnTo>
                      <a:cubicBezTo>
                        <a:pt x="28584" y="3723"/>
                        <a:pt x="28705" y="3764"/>
                        <a:pt x="28832" y="3764"/>
                      </a:cubicBezTo>
                      <a:close/>
                      <a:moveTo>
                        <a:pt x="31105" y="3764"/>
                      </a:moveTo>
                      <a:lnTo>
                        <a:pt x="32273" y="3764"/>
                      </a:lnTo>
                      <a:cubicBezTo>
                        <a:pt x="32411" y="3764"/>
                        <a:pt x="32492" y="3723"/>
                        <a:pt x="32475" y="3672"/>
                      </a:cubicBezTo>
                      <a:lnTo>
                        <a:pt x="32417" y="3551"/>
                      </a:lnTo>
                      <a:cubicBezTo>
                        <a:pt x="32394" y="3499"/>
                        <a:pt x="32267" y="3453"/>
                        <a:pt x="32135" y="3453"/>
                      </a:cubicBezTo>
                      <a:lnTo>
                        <a:pt x="30984" y="3453"/>
                      </a:lnTo>
                      <a:cubicBezTo>
                        <a:pt x="30857" y="3453"/>
                        <a:pt x="30760" y="3499"/>
                        <a:pt x="30783" y="3551"/>
                      </a:cubicBezTo>
                      <a:lnTo>
                        <a:pt x="30834" y="3672"/>
                      </a:lnTo>
                      <a:cubicBezTo>
                        <a:pt x="30857" y="3723"/>
                        <a:pt x="30978" y="3764"/>
                        <a:pt x="31105" y="3764"/>
                      </a:cubicBezTo>
                      <a:close/>
                      <a:moveTo>
                        <a:pt x="24268" y="3764"/>
                      </a:moveTo>
                      <a:lnTo>
                        <a:pt x="25379" y="3764"/>
                      </a:lnTo>
                      <a:cubicBezTo>
                        <a:pt x="25517" y="3764"/>
                        <a:pt x="25609" y="3723"/>
                        <a:pt x="25598" y="3672"/>
                      </a:cubicBezTo>
                      <a:lnTo>
                        <a:pt x="25488" y="3252"/>
                      </a:lnTo>
                      <a:cubicBezTo>
                        <a:pt x="25477" y="3206"/>
                        <a:pt x="25362" y="3165"/>
                        <a:pt x="25229" y="3165"/>
                      </a:cubicBezTo>
                      <a:lnTo>
                        <a:pt x="24130" y="3165"/>
                      </a:lnTo>
                      <a:cubicBezTo>
                        <a:pt x="23998" y="3165"/>
                        <a:pt x="23900" y="3206"/>
                        <a:pt x="23911" y="3252"/>
                      </a:cubicBezTo>
                      <a:lnTo>
                        <a:pt x="24009" y="3672"/>
                      </a:lnTo>
                      <a:cubicBezTo>
                        <a:pt x="24015" y="3723"/>
                        <a:pt x="24130" y="3764"/>
                        <a:pt x="24268" y="3764"/>
                      </a:cubicBezTo>
                      <a:close/>
                      <a:moveTo>
                        <a:pt x="9801" y="3252"/>
                      </a:moveTo>
                      <a:lnTo>
                        <a:pt x="9720" y="3672"/>
                      </a:lnTo>
                      <a:cubicBezTo>
                        <a:pt x="9714" y="3723"/>
                        <a:pt x="9812" y="3764"/>
                        <a:pt x="9944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9" y="3718"/>
                        <a:pt x="20487" y="3672"/>
                      </a:cubicBezTo>
                      <a:lnTo>
                        <a:pt x="20441" y="3252"/>
                      </a:lnTo>
                      <a:cubicBezTo>
                        <a:pt x="20430" y="3206"/>
                        <a:pt x="20326" y="3165"/>
                        <a:pt x="20194" y="3165"/>
                      </a:cubicBezTo>
                      <a:lnTo>
                        <a:pt x="10054" y="3165"/>
                      </a:lnTo>
                      <a:cubicBezTo>
                        <a:pt x="9921" y="3165"/>
                        <a:pt x="9806" y="3211"/>
                        <a:pt x="9801" y="3252"/>
                      </a:cubicBezTo>
                      <a:close/>
                      <a:moveTo>
                        <a:pt x="7125" y="3764"/>
                      </a:moveTo>
                      <a:lnTo>
                        <a:pt x="8765" y="3764"/>
                      </a:lnTo>
                      <a:cubicBezTo>
                        <a:pt x="8903" y="3764"/>
                        <a:pt x="9018" y="3723"/>
                        <a:pt x="9024" y="3672"/>
                      </a:cubicBezTo>
                      <a:lnTo>
                        <a:pt x="9110" y="3252"/>
                      </a:lnTo>
                      <a:cubicBezTo>
                        <a:pt x="9116" y="3206"/>
                        <a:pt x="9024" y="3165"/>
                        <a:pt x="8891" y="3165"/>
                      </a:cubicBezTo>
                      <a:lnTo>
                        <a:pt x="7280" y="3165"/>
                      </a:lnTo>
                      <a:cubicBezTo>
                        <a:pt x="7153" y="3165"/>
                        <a:pt x="7038" y="3206"/>
                        <a:pt x="7021" y="3252"/>
                      </a:cubicBezTo>
                      <a:lnTo>
                        <a:pt x="6917" y="3672"/>
                      </a:lnTo>
                      <a:cubicBezTo>
                        <a:pt x="6894" y="3723"/>
                        <a:pt x="6986" y="3764"/>
                        <a:pt x="7125" y="3764"/>
                      </a:cubicBezTo>
                      <a:close/>
                      <a:moveTo>
                        <a:pt x="4823" y="3764"/>
                      </a:moveTo>
                      <a:lnTo>
                        <a:pt x="5939" y="3764"/>
                      </a:lnTo>
                      <a:cubicBezTo>
                        <a:pt x="6071" y="3764"/>
                        <a:pt x="6187" y="3723"/>
                        <a:pt x="6204" y="3672"/>
                      </a:cubicBezTo>
                      <a:lnTo>
                        <a:pt x="6319" y="3252"/>
                      </a:lnTo>
                      <a:cubicBezTo>
                        <a:pt x="6330" y="3206"/>
                        <a:pt x="6238" y="3165"/>
                        <a:pt x="6106" y="3165"/>
                      </a:cubicBezTo>
                      <a:lnTo>
                        <a:pt x="5018" y="3165"/>
                      </a:lnTo>
                      <a:cubicBezTo>
                        <a:pt x="4886" y="3165"/>
                        <a:pt x="4765" y="3206"/>
                        <a:pt x="4748" y="3252"/>
                      </a:cubicBezTo>
                      <a:lnTo>
                        <a:pt x="4615" y="3672"/>
                      </a:lnTo>
                      <a:cubicBezTo>
                        <a:pt x="4592" y="3723"/>
                        <a:pt x="4690" y="3764"/>
                        <a:pt x="4823" y="3764"/>
                      </a:cubicBezTo>
                      <a:close/>
                      <a:moveTo>
                        <a:pt x="21437" y="3764"/>
                      </a:moveTo>
                      <a:lnTo>
                        <a:pt x="23077" y="3764"/>
                      </a:lnTo>
                      <a:cubicBezTo>
                        <a:pt x="23215" y="3764"/>
                        <a:pt x="23307" y="3723"/>
                        <a:pt x="23301" y="3672"/>
                      </a:cubicBezTo>
                      <a:lnTo>
                        <a:pt x="23221" y="3252"/>
                      </a:lnTo>
                      <a:cubicBezTo>
                        <a:pt x="23215" y="3206"/>
                        <a:pt x="23100" y="3165"/>
                        <a:pt x="22973" y="3165"/>
                      </a:cubicBezTo>
                      <a:lnTo>
                        <a:pt x="21362" y="3165"/>
                      </a:lnTo>
                      <a:cubicBezTo>
                        <a:pt x="21230" y="3165"/>
                        <a:pt x="21132" y="3206"/>
                        <a:pt x="21138" y="3252"/>
                      </a:cubicBezTo>
                      <a:lnTo>
                        <a:pt x="21195" y="3672"/>
                      </a:lnTo>
                      <a:cubicBezTo>
                        <a:pt x="21195" y="3723"/>
                        <a:pt x="21310" y="3764"/>
                        <a:pt x="21437" y="3764"/>
                      </a:cubicBezTo>
                      <a:close/>
                      <a:moveTo>
                        <a:pt x="2521" y="3764"/>
                      </a:moveTo>
                      <a:lnTo>
                        <a:pt x="3637" y="3764"/>
                      </a:lnTo>
                      <a:cubicBezTo>
                        <a:pt x="3770" y="3764"/>
                        <a:pt x="3885" y="3723"/>
                        <a:pt x="3908" y="3672"/>
                      </a:cubicBezTo>
                      <a:lnTo>
                        <a:pt x="4052" y="3252"/>
                      </a:lnTo>
                      <a:cubicBezTo>
                        <a:pt x="4069" y="3206"/>
                        <a:pt x="3982" y="3165"/>
                        <a:pt x="3844" y="3165"/>
                      </a:cubicBezTo>
                      <a:lnTo>
                        <a:pt x="2745" y="3165"/>
                      </a:lnTo>
                      <a:cubicBezTo>
                        <a:pt x="2613" y="3165"/>
                        <a:pt x="2492" y="3206"/>
                        <a:pt x="2469" y="3252"/>
                      </a:cubicBezTo>
                      <a:lnTo>
                        <a:pt x="2302" y="3672"/>
                      </a:lnTo>
                      <a:cubicBezTo>
                        <a:pt x="2296" y="3723"/>
                        <a:pt x="2388" y="3764"/>
                        <a:pt x="2521" y="3764"/>
                      </a:cubicBezTo>
                      <a:close/>
                      <a:moveTo>
                        <a:pt x="225" y="3764"/>
                      </a:moveTo>
                      <a:lnTo>
                        <a:pt x="1341" y="3764"/>
                      </a:lnTo>
                      <a:cubicBezTo>
                        <a:pt x="1479" y="3764"/>
                        <a:pt x="1600" y="3723"/>
                        <a:pt x="1623" y="3672"/>
                      </a:cubicBezTo>
                      <a:lnTo>
                        <a:pt x="1796" y="3252"/>
                      </a:lnTo>
                      <a:cubicBezTo>
                        <a:pt x="1813" y="3206"/>
                        <a:pt x="1721" y="3165"/>
                        <a:pt x="1594" y="3165"/>
                      </a:cubicBezTo>
                      <a:lnTo>
                        <a:pt x="489" y="3165"/>
                      </a:lnTo>
                      <a:cubicBezTo>
                        <a:pt x="363" y="3165"/>
                        <a:pt x="242" y="3206"/>
                        <a:pt x="207" y="3252"/>
                      </a:cubicBezTo>
                      <a:lnTo>
                        <a:pt x="23" y="3672"/>
                      </a:lnTo>
                      <a:cubicBezTo>
                        <a:pt x="0" y="3723"/>
                        <a:pt x="86" y="3764"/>
                        <a:pt x="225" y="37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7" name="Google Shape;837;p47"/>
                <p:cNvSpPr/>
                <p:nvPr/>
              </p:nvSpPr>
              <p:spPr>
                <a:xfrm>
                  <a:off x="6239159" y="3429258"/>
                  <a:ext cx="1890236" cy="219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16" h="3770" extrusionOk="0">
                      <a:moveTo>
                        <a:pt x="2866" y="242"/>
                      </a:moveTo>
                      <a:lnTo>
                        <a:pt x="1807" y="242"/>
                      </a:lnTo>
                      <a:cubicBezTo>
                        <a:pt x="1687" y="242"/>
                        <a:pt x="1606" y="207"/>
                        <a:pt x="1617" y="173"/>
                      </a:cubicBezTo>
                      <a:lnTo>
                        <a:pt x="1664" y="75"/>
                      </a:lnTo>
                      <a:cubicBezTo>
                        <a:pt x="1687" y="35"/>
                        <a:pt x="1790" y="6"/>
                        <a:pt x="1917" y="6"/>
                      </a:cubicBezTo>
                      <a:lnTo>
                        <a:pt x="2964" y="6"/>
                      </a:lnTo>
                      <a:cubicBezTo>
                        <a:pt x="3085" y="6"/>
                        <a:pt x="3166" y="40"/>
                        <a:pt x="3154" y="75"/>
                      </a:cubicBezTo>
                      <a:lnTo>
                        <a:pt x="3108" y="173"/>
                      </a:lnTo>
                      <a:cubicBezTo>
                        <a:pt x="3091" y="213"/>
                        <a:pt x="2981" y="242"/>
                        <a:pt x="2866" y="242"/>
                      </a:cubicBezTo>
                      <a:close/>
                      <a:moveTo>
                        <a:pt x="5088" y="0"/>
                      </a:moveTo>
                      <a:lnTo>
                        <a:pt x="4034" y="0"/>
                      </a:lnTo>
                      <a:cubicBezTo>
                        <a:pt x="3914" y="0"/>
                        <a:pt x="3804" y="35"/>
                        <a:pt x="3793" y="69"/>
                      </a:cubicBezTo>
                      <a:lnTo>
                        <a:pt x="3758" y="161"/>
                      </a:lnTo>
                      <a:cubicBezTo>
                        <a:pt x="3741" y="207"/>
                        <a:pt x="3827" y="236"/>
                        <a:pt x="3942" y="236"/>
                      </a:cubicBezTo>
                      <a:lnTo>
                        <a:pt x="5001" y="236"/>
                      </a:lnTo>
                      <a:cubicBezTo>
                        <a:pt x="5122" y="236"/>
                        <a:pt x="5231" y="201"/>
                        <a:pt x="5243" y="161"/>
                      </a:cubicBezTo>
                      <a:lnTo>
                        <a:pt x="5283" y="69"/>
                      </a:lnTo>
                      <a:cubicBezTo>
                        <a:pt x="5295" y="35"/>
                        <a:pt x="5208" y="0"/>
                        <a:pt x="5088" y="0"/>
                      </a:cubicBezTo>
                      <a:close/>
                      <a:moveTo>
                        <a:pt x="7217" y="0"/>
                      </a:moveTo>
                      <a:lnTo>
                        <a:pt x="6164" y="0"/>
                      </a:lnTo>
                      <a:cubicBezTo>
                        <a:pt x="6043" y="0"/>
                        <a:pt x="5945" y="35"/>
                        <a:pt x="5928" y="69"/>
                      </a:cubicBezTo>
                      <a:lnTo>
                        <a:pt x="5899" y="161"/>
                      </a:lnTo>
                      <a:cubicBezTo>
                        <a:pt x="5888" y="207"/>
                        <a:pt x="5968" y="236"/>
                        <a:pt x="6095" y="236"/>
                      </a:cubicBezTo>
                      <a:lnTo>
                        <a:pt x="7148" y="236"/>
                      </a:lnTo>
                      <a:cubicBezTo>
                        <a:pt x="7274" y="236"/>
                        <a:pt x="7378" y="201"/>
                        <a:pt x="7390" y="161"/>
                      </a:cubicBezTo>
                      <a:lnTo>
                        <a:pt x="7418" y="69"/>
                      </a:lnTo>
                      <a:cubicBezTo>
                        <a:pt x="7424" y="35"/>
                        <a:pt x="7332" y="0"/>
                        <a:pt x="7217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3" y="35"/>
                        <a:pt x="8051" y="69"/>
                      </a:cubicBezTo>
                      <a:lnTo>
                        <a:pt x="8028" y="161"/>
                      </a:lnTo>
                      <a:cubicBezTo>
                        <a:pt x="8023" y="207"/>
                        <a:pt x="8109" y="236"/>
                        <a:pt x="8230" y="236"/>
                      </a:cubicBezTo>
                      <a:lnTo>
                        <a:pt x="9289" y="236"/>
                      </a:lnTo>
                      <a:cubicBezTo>
                        <a:pt x="9409" y="236"/>
                        <a:pt x="9507" y="201"/>
                        <a:pt x="9519" y="161"/>
                      </a:cubicBezTo>
                      <a:lnTo>
                        <a:pt x="9536" y="69"/>
                      </a:lnTo>
                      <a:cubicBezTo>
                        <a:pt x="9548" y="35"/>
                        <a:pt x="9461" y="0"/>
                        <a:pt x="9340" y="0"/>
                      </a:cubicBezTo>
                      <a:close/>
                      <a:moveTo>
                        <a:pt x="11470" y="0"/>
                      </a:moveTo>
                      <a:lnTo>
                        <a:pt x="10417" y="0"/>
                      </a:lnTo>
                      <a:cubicBezTo>
                        <a:pt x="10296" y="0"/>
                        <a:pt x="10192" y="35"/>
                        <a:pt x="10186" y="69"/>
                      </a:cubicBezTo>
                      <a:lnTo>
                        <a:pt x="10163" y="161"/>
                      </a:lnTo>
                      <a:cubicBezTo>
                        <a:pt x="10158" y="207"/>
                        <a:pt x="10250" y="236"/>
                        <a:pt x="10365" y="236"/>
                      </a:cubicBezTo>
                      <a:lnTo>
                        <a:pt x="11424" y="236"/>
                      </a:lnTo>
                      <a:cubicBezTo>
                        <a:pt x="11545" y="236"/>
                        <a:pt x="11648" y="201"/>
                        <a:pt x="11654" y="161"/>
                      </a:cubicBezTo>
                      <a:lnTo>
                        <a:pt x="11665" y="69"/>
                      </a:lnTo>
                      <a:cubicBezTo>
                        <a:pt x="11677" y="35"/>
                        <a:pt x="11579" y="0"/>
                        <a:pt x="11470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6" y="35"/>
                        <a:pt x="12316" y="69"/>
                      </a:cubicBezTo>
                      <a:lnTo>
                        <a:pt x="12304" y="161"/>
                      </a:lnTo>
                      <a:cubicBezTo>
                        <a:pt x="12293" y="207"/>
                        <a:pt x="12390" y="236"/>
                        <a:pt x="12511" y="236"/>
                      </a:cubicBezTo>
                      <a:lnTo>
                        <a:pt x="13570" y="236"/>
                      </a:lnTo>
                      <a:cubicBezTo>
                        <a:pt x="13691" y="236"/>
                        <a:pt x="13789" y="201"/>
                        <a:pt x="13789" y="161"/>
                      </a:cubicBezTo>
                      <a:lnTo>
                        <a:pt x="13800" y="69"/>
                      </a:lnTo>
                      <a:cubicBezTo>
                        <a:pt x="13806" y="35"/>
                        <a:pt x="13714" y="0"/>
                        <a:pt x="13587" y="0"/>
                      </a:cubicBezTo>
                      <a:close/>
                      <a:moveTo>
                        <a:pt x="15717" y="0"/>
                      </a:moveTo>
                      <a:lnTo>
                        <a:pt x="14669" y="0"/>
                      </a:lnTo>
                      <a:cubicBezTo>
                        <a:pt x="14549" y="0"/>
                        <a:pt x="14451" y="35"/>
                        <a:pt x="14445" y="69"/>
                      </a:cubicBezTo>
                      <a:lnTo>
                        <a:pt x="14439" y="161"/>
                      </a:lnTo>
                      <a:cubicBezTo>
                        <a:pt x="14439" y="207"/>
                        <a:pt x="14531" y="236"/>
                        <a:pt x="14652" y="236"/>
                      </a:cubicBezTo>
                      <a:lnTo>
                        <a:pt x="15711" y="236"/>
                      </a:lnTo>
                      <a:cubicBezTo>
                        <a:pt x="15832" y="236"/>
                        <a:pt x="15930" y="201"/>
                        <a:pt x="15930" y="161"/>
                      </a:cubicBezTo>
                      <a:lnTo>
                        <a:pt x="15930" y="69"/>
                      </a:lnTo>
                      <a:cubicBezTo>
                        <a:pt x="15935" y="35"/>
                        <a:pt x="15843" y="0"/>
                        <a:pt x="15717" y="0"/>
                      </a:cubicBezTo>
                      <a:close/>
                      <a:moveTo>
                        <a:pt x="17846" y="0"/>
                      </a:moveTo>
                      <a:lnTo>
                        <a:pt x="16799" y="0"/>
                      </a:lnTo>
                      <a:cubicBezTo>
                        <a:pt x="16678" y="0"/>
                        <a:pt x="16580" y="35"/>
                        <a:pt x="16580" y="69"/>
                      </a:cubicBezTo>
                      <a:lnTo>
                        <a:pt x="16580" y="161"/>
                      </a:lnTo>
                      <a:cubicBezTo>
                        <a:pt x="16580" y="207"/>
                        <a:pt x="16684" y="236"/>
                        <a:pt x="16799" y="236"/>
                      </a:cubicBezTo>
                      <a:lnTo>
                        <a:pt x="17858" y="236"/>
                      </a:lnTo>
                      <a:cubicBezTo>
                        <a:pt x="17978" y="236"/>
                        <a:pt x="18071" y="201"/>
                        <a:pt x="18071" y="161"/>
                      </a:cubicBezTo>
                      <a:lnTo>
                        <a:pt x="18065" y="69"/>
                      </a:lnTo>
                      <a:cubicBezTo>
                        <a:pt x="18065" y="35"/>
                        <a:pt x="17961" y="0"/>
                        <a:pt x="17846" y="0"/>
                      </a:cubicBezTo>
                      <a:close/>
                      <a:moveTo>
                        <a:pt x="19970" y="0"/>
                      </a:moveTo>
                      <a:lnTo>
                        <a:pt x="18922" y="0"/>
                      </a:lnTo>
                      <a:cubicBezTo>
                        <a:pt x="18796" y="0"/>
                        <a:pt x="18704" y="35"/>
                        <a:pt x="18709" y="69"/>
                      </a:cubicBezTo>
                      <a:lnTo>
                        <a:pt x="18721" y="161"/>
                      </a:lnTo>
                      <a:cubicBezTo>
                        <a:pt x="18721" y="207"/>
                        <a:pt x="18819" y="236"/>
                        <a:pt x="18939" y="236"/>
                      </a:cubicBezTo>
                      <a:lnTo>
                        <a:pt x="19998" y="236"/>
                      </a:lnTo>
                      <a:cubicBezTo>
                        <a:pt x="20119" y="236"/>
                        <a:pt x="20217" y="201"/>
                        <a:pt x="20206" y="161"/>
                      </a:cubicBezTo>
                      <a:lnTo>
                        <a:pt x="20194" y="69"/>
                      </a:lnTo>
                      <a:cubicBezTo>
                        <a:pt x="20194" y="35"/>
                        <a:pt x="20090" y="0"/>
                        <a:pt x="19970" y="0"/>
                      </a:cubicBezTo>
                      <a:close/>
                      <a:moveTo>
                        <a:pt x="22099" y="0"/>
                      </a:moveTo>
                      <a:lnTo>
                        <a:pt x="21052" y="0"/>
                      </a:lnTo>
                      <a:cubicBezTo>
                        <a:pt x="20925" y="0"/>
                        <a:pt x="20839" y="35"/>
                        <a:pt x="20839" y="69"/>
                      </a:cubicBezTo>
                      <a:lnTo>
                        <a:pt x="20856" y="161"/>
                      </a:lnTo>
                      <a:cubicBezTo>
                        <a:pt x="20862" y="207"/>
                        <a:pt x="20965" y="236"/>
                        <a:pt x="21086" y="236"/>
                      </a:cubicBezTo>
                      <a:lnTo>
                        <a:pt x="22139" y="236"/>
                      </a:lnTo>
                      <a:cubicBezTo>
                        <a:pt x="22266" y="236"/>
                        <a:pt x="22352" y="201"/>
                        <a:pt x="22346" y="161"/>
                      </a:cubicBezTo>
                      <a:lnTo>
                        <a:pt x="22323" y="69"/>
                      </a:lnTo>
                      <a:cubicBezTo>
                        <a:pt x="22323" y="35"/>
                        <a:pt x="22214" y="0"/>
                        <a:pt x="22099" y="0"/>
                      </a:cubicBezTo>
                      <a:close/>
                      <a:moveTo>
                        <a:pt x="24222" y="0"/>
                      </a:moveTo>
                      <a:lnTo>
                        <a:pt x="23169" y="0"/>
                      </a:lnTo>
                      <a:cubicBezTo>
                        <a:pt x="23048" y="0"/>
                        <a:pt x="22962" y="35"/>
                        <a:pt x="22968" y="69"/>
                      </a:cubicBezTo>
                      <a:lnTo>
                        <a:pt x="22991" y="161"/>
                      </a:lnTo>
                      <a:cubicBezTo>
                        <a:pt x="22997" y="207"/>
                        <a:pt x="23106" y="236"/>
                        <a:pt x="23221" y="236"/>
                      </a:cubicBezTo>
                      <a:lnTo>
                        <a:pt x="24280" y="236"/>
                      </a:lnTo>
                      <a:cubicBezTo>
                        <a:pt x="24401" y="236"/>
                        <a:pt x="24487" y="201"/>
                        <a:pt x="24481" y="161"/>
                      </a:cubicBezTo>
                      <a:lnTo>
                        <a:pt x="24458" y="69"/>
                      </a:lnTo>
                      <a:cubicBezTo>
                        <a:pt x="24447" y="35"/>
                        <a:pt x="24343" y="0"/>
                        <a:pt x="24222" y="0"/>
                      </a:cubicBezTo>
                      <a:close/>
                      <a:moveTo>
                        <a:pt x="26352" y="0"/>
                      </a:moveTo>
                      <a:lnTo>
                        <a:pt x="25299" y="0"/>
                      </a:lnTo>
                      <a:cubicBezTo>
                        <a:pt x="25178" y="0"/>
                        <a:pt x="25091" y="35"/>
                        <a:pt x="25109" y="69"/>
                      </a:cubicBezTo>
                      <a:lnTo>
                        <a:pt x="25137" y="161"/>
                      </a:lnTo>
                      <a:cubicBezTo>
                        <a:pt x="25149" y="207"/>
                        <a:pt x="25253" y="236"/>
                        <a:pt x="25373" y="236"/>
                      </a:cubicBezTo>
                      <a:lnTo>
                        <a:pt x="26432" y="236"/>
                      </a:lnTo>
                      <a:cubicBezTo>
                        <a:pt x="26553" y="236"/>
                        <a:pt x="26639" y="201"/>
                        <a:pt x="26622" y="161"/>
                      </a:cubicBezTo>
                      <a:lnTo>
                        <a:pt x="26593" y="69"/>
                      </a:lnTo>
                      <a:cubicBezTo>
                        <a:pt x="26576" y="35"/>
                        <a:pt x="26467" y="0"/>
                        <a:pt x="26352" y="0"/>
                      </a:cubicBezTo>
                      <a:close/>
                      <a:moveTo>
                        <a:pt x="28475" y="0"/>
                      </a:moveTo>
                      <a:lnTo>
                        <a:pt x="27422" y="0"/>
                      </a:lnTo>
                      <a:cubicBezTo>
                        <a:pt x="27301" y="0"/>
                        <a:pt x="27221" y="35"/>
                        <a:pt x="27226" y="69"/>
                      </a:cubicBezTo>
                      <a:lnTo>
                        <a:pt x="27267" y="161"/>
                      </a:lnTo>
                      <a:cubicBezTo>
                        <a:pt x="27278" y="207"/>
                        <a:pt x="27388" y="236"/>
                        <a:pt x="27508" y="236"/>
                      </a:cubicBezTo>
                      <a:lnTo>
                        <a:pt x="28567" y="236"/>
                      </a:lnTo>
                      <a:cubicBezTo>
                        <a:pt x="28688" y="236"/>
                        <a:pt x="28769" y="201"/>
                        <a:pt x="28751" y="161"/>
                      </a:cubicBezTo>
                      <a:lnTo>
                        <a:pt x="28717" y="69"/>
                      </a:lnTo>
                      <a:cubicBezTo>
                        <a:pt x="28705" y="35"/>
                        <a:pt x="28596" y="0"/>
                        <a:pt x="28475" y="0"/>
                      </a:cubicBezTo>
                      <a:close/>
                      <a:moveTo>
                        <a:pt x="30605" y="0"/>
                      </a:moveTo>
                      <a:lnTo>
                        <a:pt x="29551" y="0"/>
                      </a:lnTo>
                      <a:cubicBezTo>
                        <a:pt x="29431" y="0"/>
                        <a:pt x="29350" y="35"/>
                        <a:pt x="29367" y="69"/>
                      </a:cubicBezTo>
                      <a:lnTo>
                        <a:pt x="29408" y="161"/>
                      </a:lnTo>
                      <a:cubicBezTo>
                        <a:pt x="29425" y="207"/>
                        <a:pt x="29540" y="236"/>
                        <a:pt x="29655" y="236"/>
                      </a:cubicBezTo>
                      <a:lnTo>
                        <a:pt x="30708" y="236"/>
                      </a:lnTo>
                      <a:cubicBezTo>
                        <a:pt x="30835" y="236"/>
                        <a:pt x="30910" y="201"/>
                        <a:pt x="30898" y="161"/>
                      </a:cubicBezTo>
                      <a:lnTo>
                        <a:pt x="30852" y="69"/>
                      </a:lnTo>
                      <a:cubicBezTo>
                        <a:pt x="30835" y="35"/>
                        <a:pt x="30720" y="0"/>
                        <a:pt x="30605" y="0"/>
                      </a:cubicBezTo>
                      <a:close/>
                      <a:moveTo>
                        <a:pt x="2751" y="386"/>
                      </a:moveTo>
                      <a:lnTo>
                        <a:pt x="1733" y="386"/>
                      </a:lnTo>
                      <a:cubicBezTo>
                        <a:pt x="1612" y="386"/>
                        <a:pt x="1502" y="420"/>
                        <a:pt x="1485" y="460"/>
                      </a:cubicBezTo>
                      <a:lnTo>
                        <a:pt x="1324" y="811"/>
                      </a:lnTo>
                      <a:cubicBezTo>
                        <a:pt x="1301" y="852"/>
                        <a:pt x="1387" y="892"/>
                        <a:pt x="1514" y="892"/>
                      </a:cubicBezTo>
                      <a:lnTo>
                        <a:pt x="2538" y="892"/>
                      </a:lnTo>
                      <a:cubicBezTo>
                        <a:pt x="2665" y="892"/>
                        <a:pt x="2780" y="852"/>
                        <a:pt x="2791" y="811"/>
                      </a:cubicBezTo>
                      <a:lnTo>
                        <a:pt x="2935" y="460"/>
                      </a:lnTo>
                      <a:cubicBezTo>
                        <a:pt x="2958" y="420"/>
                        <a:pt x="2872" y="386"/>
                        <a:pt x="2751" y="386"/>
                      </a:cubicBezTo>
                      <a:close/>
                      <a:moveTo>
                        <a:pt x="4829" y="386"/>
                      </a:moveTo>
                      <a:lnTo>
                        <a:pt x="3816" y="386"/>
                      </a:lnTo>
                      <a:cubicBezTo>
                        <a:pt x="3689" y="386"/>
                        <a:pt x="3586" y="420"/>
                        <a:pt x="3568" y="460"/>
                      </a:cubicBezTo>
                      <a:lnTo>
                        <a:pt x="3430" y="811"/>
                      </a:lnTo>
                      <a:cubicBezTo>
                        <a:pt x="3419" y="852"/>
                        <a:pt x="3505" y="892"/>
                        <a:pt x="3626" y="892"/>
                      </a:cubicBezTo>
                      <a:lnTo>
                        <a:pt x="4656" y="892"/>
                      </a:lnTo>
                      <a:cubicBezTo>
                        <a:pt x="4777" y="892"/>
                        <a:pt x="4892" y="852"/>
                        <a:pt x="4909" y="811"/>
                      </a:cubicBezTo>
                      <a:lnTo>
                        <a:pt x="5030" y="460"/>
                      </a:lnTo>
                      <a:cubicBezTo>
                        <a:pt x="5036" y="420"/>
                        <a:pt x="4950" y="386"/>
                        <a:pt x="4829" y="386"/>
                      </a:cubicBezTo>
                      <a:close/>
                      <a:moveTo>
                        <a:pt x="6906" y="386"/>
                      </a:moveTo>
                      <a:lnTo>
                        <a:pt x="5893" y="386"/>
                      </a:lnTo>
                      <a:cubicBezTo>
                        <a:pt x="5772" y="386"/>
                        <a:pt x="5663" y="420"/>
                        <a:pt x="5646" y="460"/>
                      </a:cubicBezTo>
                      <a:lnTo>
                        <a:pt x="5531" y="811"/>
                      </a:lnTo>
                      <a:cubicBezTo>
                        <a:pt x="5519" y="852"/>
                        <a:pt x="5606" y="892"/>
                        <a:pt x="5726" y="892"/>
                      </a:cubicBezTo>
                      <a:lnTo>
                        <a:pt x="6757" y="892"/>
                      </a:lnTo>
                      <a:cubicBezTo>
                        <a:pt x="6877" y="892"/>
                        <a:pt x="6987" y="852"/>
                        <a:pt x="6998" y="811"/>
                      </a:cubicBezTo>
                      <a:lnTo>
                        <a:pt x="7102" y="460"/>
                      </a:lnTo>
                      <a:cubicBezTo>
                        <a:pt x="7113" y="420"/>
                        <a:pt x="7027" y="386"/>
                        <a:pt x="6906" y="386"/>
                      </a:cubicBezTo>
                      <a:close/>
                      <a:moveTo>
                        <a:pt x="8984" y="386"/>
                      </a:moveTo>
                      <a:lnTo>
                        <a:pt x="7971" y="386"/>
                      </a:lnTo>
                      <a:cubicBezTo>
                        <a:pt x="7850" y="386"/>
                        <a:pt x="7741" y="420"/>
                        <a:pt x="7735" y="460"/>
                      </a:cubicBezTo>
                      <a:lnTo>
                        <a:pt x="7637" y="811"/>
                      </a:lnTo>
                      <a:cubicBezTo>
                        <a:pt x="7626" y="852"/>
                        <a:pt x="7718" y="892"/>
                        <a:pt x="7838" y="892"/>
                      </a:cubicBezTo>
                      <a:lnTo>
                        <a:pt x="8869" y="892"/>
                      </a:lnTo>
                      <a:cubicBezTo>
                        <a:pt x="8989" y="892"/>
                        <a:pt x="9099" y="852"/>
                        <a:pt x="9110" y="811"/>
                      </a:cubicBezTo>
                      <a:lnTo>
                        <a:pt x="9185" y="460"/>
                      </a:lnTo>
                      <a:cubicBezTo>
                        <a:pt x="9197" y="420"/>
                        <a:pt x="9110" y="386"/>
                        <a:pt x="8984" y="386"/>
                      </a:cubicBezTo>
                      <a:close/>
                      <a:moveTo>
                        <a:pt x="11067" y="386"/>
                      </a:moveTo>
                      <a:lnTo>
                        <a:pt x="10048" y="386"/>
                      </a:lnTo>
                      <a:cubicBezTo>
                        <a:pt x="9927" y="386"/>
                        <a:pt x="9830" y="420"/>
                        <a:pt x="9818" y="460"/>
                      </a:cubicBezTo>
                      <a:lnTo>
                        <a:pt x="9749" y="811"/>
                      </a:lnTo>
                      <a:cubicBezTo>
                        <a:pt x="9743" y="852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7" y="852"/>
                        <a:pt x="11217" y="811"/>
                      </a:cubicBezTo>
                      <a:lnTo>
                        <a:pt x="11274" y="460"/>
                      </a:lnTo>
                      <a:cubicBezTo>
                        <a:pt x="11280" y="420"/>
                        <a:pt x="11188" y="386"/>
                        <a:pt x="11067" y="386"/>
                      </a:cubicBezTo>
                      <a:close/>
                      <a:moveTo>
                        <a:pt x="13144" y="386"/>
                      </a:moveTo>
                      <a:lnTo>
                        <a:pt x="12132" y="386"/>
                      </a:lnTo>
                      <a:cubicBezTo>
                        <a:pt x="12005" y="386"/>
                        <a:pt x="11907" y="420"/>
                        <a:pt x="11901" y="460"/>
                      </a:cubicBezTo>
                      <a:lnTo>
                        <a:pt x="11850" y="811"/>
                      </a:lnTo>
                      <a:cubicBezTo>
                        <a:pt x="11844" y="852"/>
                        <a:pt x="11936" y="892"/>
                        <a:pt x="12057" y="892"/>
                      </a:cubicBezTo>
                      <a:lnTo>
                        <a:pt x="13087" y="892"/>
                      </a:lnTo>
                      <a:cubicBezTo>
                        <a:pt x="13208" y="892"/>
                        <a:pt x="13311" y="852"/>
                        <a:pt x="13317" y="811"/>
                      </a:cubicBezTo>
                      <a:lnTo>
                        <a:pt x="13346" y="460"/>
                      </a:lnTo>
                      <a:cubicBezTo>
                        <a:pt x="13357" y="420"/>
                        <a:pt x="13265" y="386"/>
                        <a:pt x="13144" y="386"/>
                      </a:cubicBezTo>
                      <a:close/>
                      <a:moveTo>
                        <a:pt x="15222" y="386"/>
                      </a:moveTo>
                      <a:lnTo>
                        <a:pt x="14209" y="386"/>
                      </a:lnTo>
                      <a:cubicBezTo>
                        <a:pt x="14088" y="386"/>
                        <a:pt x="13985" y="420"/>
                        <a:pt x="13985" y="460"/>
                      </a:cubicBezTo>
                      <a:lnTo>
                        <a:pt x="13962" y="811"/>
                      </a:lnTo>
                      <a:cubicBezTo>
                        <a:pt x="13962" y="852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29" y="852"/>
                        <a:pt x="15429" y="811"/>
                      </a:cubicBezTo>
                      <a:lnTo>
                        <a:pt x="15441" y="460"/>
                      </a:lnTo>
                      <a:cubicBezTo>
                        <a:pt x="15441" y="420"/>
                        <a:pt x="15343" y="386"/>
                        <a:pt x="15222" y="386"/>
                      </a:cubicBezTo>
                      <a:close/>
                      <a:moveTo>
                        <a:pt x="17299" y="386"/>
                      </a:moveTo>
                      <a:lnTo>
                        <a:pt x="16287" y="386"/>
                      </a:lnTo>
                      <a:cubicBezTo>
                        <a:pt x="16166" y="386"/>
                        <a:pt x="16074" y="420"/>
                        <a:pt x="16074" y="460"/>
                      </a:cubicBezTo>
                      <a:lnTo>
                        <a:pt x="16074" y="811"/>
                      </a:lnTo>
                      <a:cubicBezTo>
                        <a:pt x="16074" y="852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2"/>
                        <a:pt x="17541" y="811"/>
                      </a:cubicBezTo>
                      <a:lnTo>
                        <a:pt x="17524" y="460"/>
                      </a:lnTo>
                      <a:cubicBezTo>
                        <a:pt x="17518" y="420"/>
                        <a:pt x="17426" y="386"/>
                        <a:pt x="17299" y="386"/>
                      </a:cubicBezTo>
                      <a:close/>
                      <a:moveTo>
                        <a:pt x="19383" y="386"/>
                      </a:moveTo>
                      <a:lnTo>
                        <a:pt x="18364" y="386"/>
                      </a:lnTo>
                      <a:cubicBezTo>
                        <a:pt x="18243" y="386"/>
                        <a:pt x="18151" y="420"/>
                        <a:pt x="18151" y="460"/>
                      </a:cubicBezTo>
                      <a:lnTo>
                        <a:pt x="18174" y="811"/>
                      </a:lnTo>
                      <a:cubicBezTo>
                        <a:pt x="18174" y="852"/>
                        <a:pt x="18272" y="892"/>
                        <a:pt x="18393" y="892"/>
                      </a:cubicBezTo>
                      <a:lnTo>
                        <a:pt x="19423" y="892"/>
                      </a:lnTo>
                      <a:cubicBezTo>
                        <a:pt x="19544" y="892"/>
                        <a:pt x="19642" y="852"/>
                        <a:pt x="19642" y="811"/>
                      </a:cubicBezTo>
                      <a:lnTo>
                        <a:pt x="19601" y="460"/>
                      </a:lnTo>
                      <a:cubicBezTo>
                        <a:pt x="19601" y="420"/>
                        <a:pt x="19503" y="386"/>
                        <a:pt x="19383" y="386"/>
                      </a:cubicBezTo>
                      <a:close/>
                      <a:moveTo>
                        <a:pt x="21460" y="386"/>
                      </a:moveTo>
                      <a:lnTo>
                        <a:pt x="20447" y="386"/>
                      </a:lnTo>
                      <a:cubicBezTo>
                        <a:pt x="20321" y="386"/>
                        <a:pt x="20229" y="420"/>
                        <a:pt x="20234" y="460"/>
                      </a:cubicBezTo>
                      <a:lnTo>
                        <a:pt x="20280" y="811"/>
                      </a:lnTo>
                      <a:cubicBezTo>
                        <a:pt x="20286" y="852"/>
                        <a:pt x="20390" y="892"/>
                        <a:pt x="20511" y="892"/>
                      </a:cubicBezTo>
                      <a:lnTo>
                        <a:pt x="21541" y="892"/>
                      </a:lnTo>
                      <a:cubicBezTo>
                        <a:pt x="21662" y="892"/>
                        <a:pt x="21754" y="852"/>
                        <a:pt x="21748" y="811"/>
                      </a:cubicBezTo>
                      <a:lnTo>
                        <a:pt x="21690" y="460"/>
                      </a:lnTo>
                      <a:cubicBezTo>
                        <a:pt x="21685" y="420"/>
                        <a:pt x="21575" y="386"/>
                        <a:pt x="21460" y="386"/>
                      </a:cubicBezTo>
                      <a:close/>
                      <a:moveTo>
                        <a:pt x="23538" y="386"/>
                      </a:moveTo>
                      <a:lnTo>
                        <a:pt x="22525" y="386"/>
                      </a:lnTo>
                      <a:cubicBezTo>
                        <a:pt x="22404" y="386"/>
                        <a:pt x="22318" y="420"/>
                        <a:pt x="22323" y="460"/>
                      </a:cubicBezTo>
                      <a:lnTo>
                        <a:pt x="22387" y="811"/>
                      </a:lnTo>
                      <a:cubicBezTo>
                        <a:pt x="22392" y="852"/>
                        <a:pt x="22502" y="892"/>
                        <a:pt x="22623" y="892"/>
                      </a:cubicBezTo>
                      <a:lnTo>
                        <a:pt x="23653" y="892"/>
                      </a:lnTo>
                      <a:cubicBezTo>
                        <a:pt x="23774" y="892"/>
                        <a:pt x="23871" y="852"/>
                        <a:pt x="23854" y="811"/>
                      </a:cubicBezTo>
                      <a:lnTo>
                        <a:pt x="23774" y="460"/>
                      </a:lnTo>
                      <a:cubicBezTo>
                        <a:pt x="23762" y="420"/>
                        <a:pt x="23653" y="386"/>
                        <a:pt x="23538" y="386"/>
                      </a:cubicBezTo>
                      <a:close/>
                      <a:moveTo>
                        <a:pt x="25615" y="386"/>
                      </a:moveTo>
                      <a:lnTo>
                        <a:pt x="24602" y="386"/>
                      </a:lnTo>
                      <a:cubicBezTo>
                        <a:pt x="24481" y="386"/>
                        <a:pt x="24395" y="420"/>
                        <a:pt x="24401" y="460"/>
                      </a:cubicBezTo>
                      <a:lnTo>
                        <a:pt x="24487" y="811"/>
                      </a:lnTo>
                      <a:cubicBezTo>
                        <a:pt x="24493" y="852"/>
                        <a:pt x="24608" y="892"/>
                        <a:pt x="24735" y="892"/>
                      </a:cubicBezTo>
                      <a:lnTo>
                        <a:pt x="25759" y="892"/>
                      </a:lnTo>
                      <a:cubicBezTo>
                        <a:pt x="25886" y="892"/>
                        <a:pt x="25972" y="852"/>
                        <a:pt x="25960" y="811"/>
                      </a:cubicBezTo>
                      <a:lnTo>
                        <a:pt x="25863" y="460"/>
                      </a:lnTo>
                      <a:cubicBezTo>
                        <a:pt x="25840" y="420"/>
                        <a:pt x="25730" y="386"/>
                        <a:pt x="25615" y="386"/>
                      </a:cubicBezTo>
                      <a:close/>
                      <a:moveTo>
                        <a:pt x="27698" y="386"/>
                      </a:moveTo>
                      <a:lnTo>
                        <a:pt x="26680" y="386"/>
                      </a:lnTo>
                      <a:cubicBezTo>
                        <a:pt x="26559" y="386"/>
                        <a:pt x="26473" y="420"/>
                        <a:pt x="26490" y="460"/>
                      </a:cubicBezTo>
                      <a:lnTo>
                        <a:pt x="26593" y="811"/>
                      </a:lnTo>
                      <a:cubicBezTo>
                        <a:pt x="26611" y="852"/>
                        <a:pt x="26720" y="892"/>
                        <a:pt x="26841" y="892"/>
                      </a:cubicBezTo>
                      <a:lnTo>
                        <a:pt x="27871" y="892"/>
                      </a:lnTo>
                      <a:cubicBezTo>
                        <a:pt x="27992" y="892"/>
                        <a:pt x="28078" y="852"/>
                        <a:pt x="28061" y="811"/>
                      </a:cubicBezTo>
                      <a:lnTo>
                        <a:pt x="27934" y="460"/>
                      </a:lnTo>
                      <a:cubicBezTo>
                        <a:pt x="27929" y="420"/>
                        <a:pt x="27813" y="386"/>
                        <a:pt x="27698" y="386"/>
                      </a:cubicBezTo>
                      <a:close/>
                      <a:moveTo>
                        <a:pt x="30777" y="386"/>
                      </a:moveTo>
                      <a:lnTo>
                        <a:pt x="28763" y="386"/>
                      </a:lnTo>
                      <a:cubicBezTo>
                        <a:pt x="28636" y="386"/>
                        <a:pt x="28550" y="420"/>
                        <a:pt x="28573" y="460"/>
                      </a:cubicBezTo>
                      <a:lnTo>
                        <a:pt x="28711" y="811"/>
                      </a:lnTo>
                      <a:cubicBezTo>
                        <a:pt x="28723" y="852"/>
                        <a:pt x="28838" y="892"/>
                        <a:pt x="28964" y="892"/>
                      </a:cubicBezTo>
                      <a:lnTo>
                        <a:pt x="31013" y="892"/>
                      </a:lnTo>
                      <a:cubicBezTo>
                        <a:pt x="31134" y="892"/>
                        <a:pt x="31220" y="852"/>
                        <a:pt x="31197" y="811"/>
                      </a:cubicBezTo>
                      <a:lnTo>
                        <a:pt x="31042" y="460"/>
                      </a:lnTo>
                      <a:cubicBezTo>
                        <a:pt x="31013" y="420"/>
                        <a:pt x="30898" y="386"/>
                        <a:pt x="30777" y="386"/>
                      </a:cubicBezTo>
                      <a:close/>
                      <a:moveTo>
                        <a:pt x="30259" y="1565"/>
                      </a:moveTo>
                      <a:lnTo>
                        <a:pt x="31307" y="1565"/>
                      </a:lnTo>
                      <a:cubicBezTo>
                        <a:pt x="31427" y="1565"/>
                        <a:pt x="31514" y="1531"/>
                        <a:pt x="31497" y="1485"/>
                      </a:cubicBezTo>
                      <a:lnTo>
                        <a:pt x="31330" y="1116"/>
                      </a:lnTo>
                      <a:cubicBezTo>
                        <a:pt x="31307" y="1076"/>
                        <a:pt x="31192" y="1042"/>
                        <a:pt x="31071" y="1042"/>
                      </a:cubicBezTo>
                      <a:lnTo>
                        <a:pt x="30041" y="1042"/>
                      </a:lnTo>
                      <a:cubicBezTo>
                        <a:pt x="29920" y="1042"/>
                        <a:pt x="29833" y="1076"/>
                        <a:pt x="29845" y="1116"/>
                      </a:cubicBezTo>
                      <a:lnTo>
                        <a:pt x="30000" y="1485"/>
                      </a:lnTo>
                      <a:cubicBezTo>
                        <a:pt x="30012" y="1531"/>
                        <a:pt x="30133" y="1565"/>
                        <a:pt x="30259" y="1565"/>
                      </a:cubicBezTo>
                      <a:close/>
                      <a:moveTo>
                        <a:pt x="28101" y="1565"/>
                      </a:moveTo>
                      <a:lnTo>
                        <a:pt x="29149" y="1565"/>
                      </a:lnTo>
                      <a:cubicBezTo>
                        <a:pt x="29269" y="1565"/>
                        <a:pt x="29367" y="1531"/>
                        <a:pt x="29344" y="1485"/>
                      </a:cubicBezTo>
                      <a:lnTo>
                        <a:pt x="29200" y="1116"/>
                      </a:lnTo>
                      <a:cubicBezTo>
                        <a:pt x="29183" y="1076"/>
                        <a:pt x="29068" y="1042"/>
                        <a:pt x="28947" y="1042"/>
                      </a:cubicBezTo>
                      <a:lnTo>
                        <a:pt x="27917" y="1042"/>
                      </a:lnTo>
                      <a:cubicBezTo>
                        <a:pt x="27796" y="1042"/>
                        <a:pt x="27710" y="1076"/>
                        <a:pt x="27727" y="1116"/>
                      </a:cubicBezTo>
                      <a:lnTo>
                        <a:pt x="27854" y="1485"/>
                      </a:lnTo>
                      <a:cubicBezTo>
                        <a:pt x="27859" y="1531"/>
                        <a:pt x="27975" y="1565"/>
                        <a:pt x="28101" y="1565"/>
                      </a:cubicBezTo>
                      <a:close/>
                      <a:moveTo>
                        <a:pt x="25949" y="1565"/>
                      </a:moveTo>
                      <a:lnTo>
                        <a:pt x="26996" y="1565"/>
                      </a:lnTo>
                      <a:cubicBezTo>
                        <a:pt x="27123" y="1565"/>
                        <a:pt x="27215" y="1531"/>
                        <a:pt x="27198" y="1485"/>
                      </a:cubicBezTo>
                      <a:lnTo>
                        <a:pt x="27077" y="1116"/>
                      </a:lnTo>
                      <a:cubicBezTo>
                        <a:pt x="27065" y="1076"/>
                        <a:pt x="26956" y="1042"/>
                        <a:pt x="26824" y="1042"/>
                      </a:cubicBezTo>
                      <a:lnTo>
                        <a:pt x="25799" y="1042"/>
                      </a:lnTo>
                      <a:cubicBezTo>
                        <a:pt x="25673" y="1042"/>
                        <a:pt x="25581" y="1076"/>
                        <a:pt x="25598" y="1116"/>
                      </a:cubicBezTo>
                      <a:lnTo>
                        <a:pt x="25696" y="1485"/>
                      </a:lnTo>
                      <a:cubicBezTo>
                        <a:pt x="25713" y="1531"/>
                        <a:pt x="25828" y="1565"/>
                        <a:pt x="25949" y="1565"/>
                      </a:cubicBezTo>
                      <a:close/>
                      <a:moveTo>
                        <a:pt x="23791" y="1565"/>
                      </a:moveTo>
                      <a:lnTo>
                        <a:pt x="24838" y="1565"/>
                      </a:lnTo>
                      <a:cubicBezTo>
                        <a:pt x="24965" y="1565"/>
                        <a:pt x="25057" y="1531"/>
                        <a:pt x="25051" y="1485"/>
                      </a:cubicBezTo>
                      <a:lnTo>
                        <a:pt x="24953" y="1116"/>
                      </a:lnTo>
                      <a:cubicBezTo>
                        <a:pt x="24942" y="1076"/>
                        <a:pt x="24832" y="1042"/>
                        <a:pt x="24712" y="1042"/>
                      </a:cubicBezTo>
                      <a:lnTo>
                        <a:pt x="23681" y="1042"/>
                      </a:lnTo>
                      <a:cubicBezTo>
                        <a:pt x="23561" y="1042"/>
                        <a:pt x="23463" y="1076"/>
                        <a:pt x="23474" y="1116"/>
                      </a:cubicBezTo>
                      <a:lnTo>
                        <a:pt x="23549" y="1485"/>
                      </a:lnTo>
                      <a:cubicBezTo>
                        <a:pt x="23561" y="1531"/>
                        <a:pt x="23670" y="1565"/>
                        <a:pt x="23791" y="1565"/>
                      </a:cubicBezTo>
                      <a:close/>
                      <a:moveTo>
                        <a:pt x="21638" y="1565"/>
                      </a:moveTo>
                      <a:lnTo>
                        <a:pt x="22692" y="1565"/>
                      </a:lnTo>
                      <a:cubicBezTo>
                        <a:pt x="22812" y="1565"/>
                        <a:pt x="22905" y="1531"/>
                        <a:pt x="22899" y="1485"/>
                      </a:cubicBezTo>
                      <a:lnTo>
                        <a:pt x="22824" y="1116"/>
                      </a:lnTo>
                      <a:cubicBezTo>
                        <a:pt x="22818" y="1076"/>
                        <a:pt x="22709" y="1042"/>
                        <a:pt x="22588" y="1042"/>
                      </a:cubicBezTo>
                      <a:lnTo>
                        <a:pt x="21558" y="1042"/>
                      </a:lnTo>
                      <a:cubicBezTo>
                        <a:pt x="21437" y="1042"/>
                        <a:pt x="21345" y="1076"/>
                        <a:pt x="21351" y="1116"/>
                      </a:cubicBezTo>
                      <a:lnTo>
                        <a:pt x="21408" y="1485"/>
                      </a:lnTo>
                      <a:cubicBezTo>
                        <a:pt x="21408" y="1531"/>
                        <a:pt x="21518" y="1565"/>
                        <a:pt x="21638" y="1565"/>
                      </a:cubicBezTo>
                      <a:close/>
                      <a:moveTo>
                        <a:pt x="19486" y="1565"/>
                      </a:moveTo>
                      <a:lnTo>
                        <a:pt x="20539" y="1565"/>
                      </a:lnTo>
                      <a:cubicBezTo>
                        <a:pt x="20660" y="1565"/>
                        <a:pt x="20764" y="1531"/>
                        <a:pt x="20752" y="1485"/>
                      </a:cubicBezTo>
                      <a:lnTo>
                        <a:pt x="20706" y="1116"/>
                      </a:lnTo>
                      <a:cubicBezTo>
                        <a:pt x="20695" y="1076"/>
                        <a:pt x="20597" y="1042"/>
                        <a:pt x="20476" y="1042"/>
                      </a:cubicBezTo>
                      <a:lnTo>
                        <a:pt x="19446" y="1042"/>
                      </a:lnTo>
                      <a:cubicBezTo>
                        <a:pt x="19325" y="1042"/>
                        <a:pt x="19221" y="1076"/>
                        <a:pt x="19227" y="1116"/>
                      </a:cubicBezTo>
                      <a:lnTo>
                        <a:pt x="19268" y="1485"/>
                      </a:lnTo>
                      <a:cubicBezTo>
                        <a:pt x="19256" y="1531"/>
                        <a:pt x="19360" y="1565"/>
                        <a:pt x="19486" y="1565"/>
                      </a:cubicBezTo>
                      <a:close/>
                      <a:moveTo>
                        <a:pt x="17328" y="1565"/>
                      </a:moveTo>
                      <a:lnTo>
                        <a:pt x="18381" y="1565"/>
                      </a:lnTo>
                      <a:cubicBezTo>
                        <a:pt x="18502" y="1565"/>
                        <a:pt x="18606" y="1531"/>
                        <a:pt x="18606" y="1485"/>
                      </a:cubicBezTo>
                      <a:lnTo>
                        <a:pt x="18571" y="1116"/>
                      </a:lnTo>
                      <a:cubicBezTo>
                        <a:pt x="18571" y="1076"/>
                        <a:pt x="18468" y="1042"/>
                        <a:pt x="18341" y="1042"/>
                      </a:cubicBezTo>
                      <a:lnTo>
                        <a:pt x="17317" y="1042"/>
                      </a:lnTo>
                      <a:cubicBezTo>
                        <a:pt x="17190" y="1042"/>
                        <a:pt x="17092" y="1076"/>
                        <a:pt x="17092" y="1116"/>
                      </a:cubicBezTo>
                      <a:lnTo>
                        <a:pt x="17098" y="1485"/>
                      </a:lnTo>
                      <a:cubicBezTo>
                        <a:pt x="17098" y="1531"/>
                        <a:pt x="17207" y="1565"/>
                        <a:pt x="17328" y="1565"/>
                      </a:cubicBezTo>
                      <a:close/>
                      <a:moveTo>
                        <a:pt x="15176" y="1565"/>
                      </a:moveTo>
                      <a:lnTo>
                        <a:pt x="16229" y="1565"/>
                      </a:lnTo>
                      <a:cubicBezTo>
                        <a:pt x="16350" y="1565"/>
                        <a:pt x="16453" y="1531"/>
                        <a:pt x="16453" y="1485"/>
                      </a:cubicBezTo>
                      <a:lnTo>
                        <a:pt x="16453" y="1116"/>
                      </a:lnTo>
                      <a:cubicBezTo>
                        <a:pt x="16453" y="1076"/>
                        <a:pt x="16350" y="1042"/>
                        <a:pt x="16229" y="1042"/>
                      </a:cubicBezTo>
                      <a:lnTo>
                        <a:pt x="15199" y="1042"/>
                      </a:lnTo>
                      <a:cubicBezTo>
                        <a:pt x="15078" y="1042"/>
                        <a:pt x="14974" y="1076"/>
                        <a:pt x="14974" y="1116"/>
                      </a:cubicBezTo>
                      <a:lnTo>
                        <a:pt x="14963" y="1485"/>
                      </a:lnTo>
                      <a:cubicBezTo>
                        <a:pt x="14951" y="1531"/>
                        <a:pt x="15049" y="1565"/>
                        <a:pt x="15176" y="1565"/>
                      </a:cubicBezTo>
                      <a:close/>
                      <a:moveTo>
                        <a:pt x="13018" y="1565"/>
                      </a:moveTo>
                      <a:lnTo>
                        <a:pt x="14071" y="1565"/>
                      </a:lnTo>
                      <a:cubicBezTo>
                        <a:pt x="14192" y="1565"/>
                        <a:pt x="14301" y="1531"/>
                        <a:pt x="14301" y="1485"/>
                      </a:cubicBezTo>
                      <a:lnTo>
                        <a:pt x="14324" y="1116"/>
                      </a:lnTo>
                      <a:cubicBezTo>
                        <a:pt x="14324" y="1076"/>
                        <a:pt x="14226" y="1042"/>
                        <a:pt x="14105" y="1042"/>
                      </a:cubicBezTo>
                      <a:lnTo>
                        <a:pt x="13075" y="1042"/>
                      </a:lnTo>
                      <a:cubicBezTo>
                        <a:pt x="12954" y="1042"/>
                        <a:pt x="12857" y="1076"/>
                        <a:pt x="12845" y="1116"/>
                      </a:cubicBezTo>
                      <a:lnTo>
                        <a:pt x="12811" y="1485"/>
                      </a:lnTo>
                      <a:cubicBezTo>
                        <a:pt x="12799" y="1531"/>
                        <a:pt x="12897" y="1565"/>
                        <a:pt x="13018" y="1565"/>
                      </a:cubicBezTo>
                      <a:close/>
                      <a:moveTo>
                        <a:pt x="10871" y="1565"/>
                      </a:moveTo>
                      <a:lnTo>
                        <a:pt x="11919" y="1565"/>
                      </a:lnTo>
                      <a:cubicBezTo>
                        <a:pt x="12045" y="1565"/>
                        <a:pt x="12149" y="1531"/>
                        <a:pt x="12160" y="1485"/>
                      </a:cubicBezTo>
                      <a:lnTo>
                        <a:pt x="12201" y="1116"/>
                      </a:lnTo>
                      <a:cubicBezTo>
                        <a:pt x="12206" y="1076"/>
                        <a:pt x="12109" y="1042"/>
                        <a:pt x="11988" y="1042"/>
                      </a:cubicBezTo>
                      <a:lnTo>
                        <a:pt x="10958" y="1042"/>
                      </a:lnTo>
                      <a:cubicBezTo>
                        <a:pt x="10837" y="1042"/>
                        <a:pt x="10727" y="1076"/>
                        <a:pt x="10716" y="1116"/>
                      </a:cubicBezTo>
                      <a:lnTo>
                        <a:pt x="10653" y="1485"/>
                      </a:lnTo>
                      <a:cubicBezTo>
                        <a:pt x="10647" y="1531"/>
                        <a:pt x="10739" y="1565"/>
                        <a:pt x="10871" y="1565"/>
                      </a:cubicBezTo>
                      <a:close/>
                      <a:moveTo>
                        <a:pt x="8713" y="1565"/>
                      </a:moveTo>
                      <a:lnTo>
                        <a:pt x="9761" y="1565"/>
                      </a:lnTo>
                      <a:cubicBezTo>
                        <a:pt x="9887" y="1565"/>
                        <a:pt x="9991" y="1531"/>
                        <a:pt x="10008" y="1485"/>
                      </a:cubicBezTo>
                      <a:lnTo>
                        <a:pt x="10077" y="1116"/>
                      </a:lnTo>
                      <a:cubicBezTo>
                        <a:pt x="10089" y="1076"/>
                        <a:pt x="9991" y="1042"/>
                        <a:pt x="9870" y="1042"/>
                      </a:cubicBezTo>
                      <a:lnTo>
                        <a:pt x="8834" y="1042"/>
                      </a:lnTo>
                      <a:cubicBezTo>
                        <a:pt x="8713" y="1042"/>
                        <a:pt x="8604" y="1076"/>
                        <a:pt x="8592" y="1116"/>
                      </a:cubicBezTo>
                      <a:lnTo>
                        <a:pt x="8506" y="1485"/>
                      </a:lnTo>
                      <a:cubicBezTo>
                        <a:pt x="8494" y="1531"/>
                        <a:pt x="8592" y="1565"/>
                        <a:pt x="8713" y="1565"/>
                      </a:cubicBezTo>
                      <a:close/>
                      <a:moveTo>
                        <a:pt x="6561" y="1565"/>
                      </a:moveTo>
                      <a:lnTo>
                        <a:pt x="7614" y="1565"/>
                      </a:lnTo>
                      <a:cubicBezTo>
                        <a:pt x="7735" y="1565"/>
                        <a:pt x="7850" y="1531"/>
                        <a:pt x="7856" y="1485"/>
                      </a:cubicBezTo>
                      <a:lnTo>
                        <a:pt x="7948" y="1116"/>
                      </a:lnTo>
                      <a:cubicBezTo>
                        <a:pt x="7965" y="1076"/>
                        <a:pt x="7873" y="1042"/>
                        <a:pt x="7746" y="1042"/>
                      </a:cubicBezTo>
                      <a:lnTo>
                        <a:pt x="6722" y="1042"/>
                      </a:lnTo>
                      <a:cubicBezTo>
                        <a:pt x="6595" y="1042"/>
                        <a:pt x="6492" y="1076"/>
                        <a:pt x="6475" y="1116"/>
                      </a:cubicBezTo>
                      <a:lnTo>
                        <a:pt x="6365" y="1485"/>
                      </a:lnTo>
                      <a:cubicBezTo>
                        <a:pt x="6348" y="1531"/>
                        <a:pt x="6434" y="1565"/>
                        <a:pt x="6561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31"/>
                        <a:pt x="5703" y="1485"/>
                      </a:cubicBezTo>
                      <a:lnTo>
                        <a:pt x="5818" y="1116"/>
                      </a:lnTo>
                      <a:cubicBezTo>
                        <a:pt x="5836" y="1076"/>
                        <a:pt x="5749" y="1042"/>
                        <a:pt x="5617" y="1042"/>
                      </a:cubicBezTo>
                      <a:lnTo>
                        <a:pt x="4593" y="1042"/>
                      </a:lnTo>
                      <a:cubicBezTo>
                        <a:pt x="4466" y="1042"/>
                        <a:pt x="4351" y="1076"/>
                        <a:pt x="4339" y="1116"/>
                      </a:cubicBezTo>
                      <a:lnTo>
                        <a:pt x="4207" y="1485"/>
                      </a:lnTo>
                      <a:cubicBezTo>
                        <a:pt x="4196" y="1531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9" y="1565"/>
                        <a:pt x="3534" y="1531"/>
                        <a:pt x="3557" y="1485"/>
                      </a:cubicBezTo>
                      <a:lnTo>
                        <a:pt x="3689" y="1116"/>
                      </a:lnTo>
                      <a:cubicBezTo>
                        <a:pt x="3706" y="1076"/>
                        <a:pt x="3620" y="1042"/>
                        <a:pt x="3499" y="1042"/>
                      </a:cubicBezTo>
                      <a:lnTo>
                        <a:pt x="1439" y="1042"/>
                      </a:lnTo>
                      <a:cubicBezTo>
                        <a:pt x="1318" y="1042"/>
                        <a:pt x="1203" y="1076"/>
                        <a:pt x="1180" y="1116"/>
                      </a:cubicBezTo>
                      <a:lnTo>
                        <a:pt x="1013" y="1485"/>
                      </a:lnTo>
                      <a:cubicBezTo>
                        <a:pt x="1002" y="1531"/>
                        <a:pt x="1088" y="1565"/>
                        <a:pt x="1209" y="1565"/>
                      </a:cubicBezTo>
                      <a:close/>
                      <a:moveTo>
                        <a:pt x="26732" y="2273"/>
                      </a:moveTo>
                      <a:lnTo>
                        <a:pt x="27802" y="2273"/>
                      </a:lnTo>
                      <a:cubicBezTo>
                        <a:pt x="27934" y="2273"/>
                        <a:pt x="28021" y="2233"/>
                        <a:pt x="28003" y="2187"/>
                      </a:cubicBezTo>
                      <a:lnTo>
                        <a:pt x="27877" y="1801"/>
                      </a:lnTo>
                      <a:cubicBezTo>
                        <a:pt x="27859" y="1761"/>
                        <a:pt x="27744" y="1727"/>
                        <a:pt x="27618" y="1727"/>
                      </a:cubicBezTo>
                      <a:lnTo>
                        <a:pt x="26565" y="1727"/>
                      </a:lnTo>
                      <a:cubicBezTo>
                        <a:pt x="26444" y="1727"/>
                        <a:pt x="26352" y="1761"/>
                        <a:pt x="26363" y="1801"/>
                      </a:cubicBezTo>
                      <a:lnTo>
                        <a:pt x="26478" y="2187"/>
                      </a:lnTo>
                      <a:cubicBezTo>
                        <a:pt x="26490" y="2227"/>
                        <a:pt x="26605" y="2273"/>
                        <a:pt x="26732" y="2273"/>
                      </a:cubicBezTo>
                      <a:close/>
                      <a:moveTo>
                        <a:pt x="24533" y="2273"/>
                      </a:moveTo>
                      <a:lnTo>
                        <a:pt x="25604" y="2273"/>
                      </a:lnTo>
                      <a:cubicBezTo>
                        <a:pt x="25730" y="2273"/>
                        <a:pt x="25828" y="2233"/>
                        <a:pt x="25811" y="2187"/>
                      </a:cubicBezTo>
                      <a:lnTo>
                        <a:pt x="25701" y="1801"/>
                      </a:lnTo>
                      <a:cubicBezTo>
                        <a:pt x="25690" y="1761"/>
                        <a:pt x="25581" y="1727"/>
                        <a:pt x="25454" y="1727"/>
                      </a:cubicBezTo>
                      <a:lnTo>
                        <a:pt x="24401" y="1727"/>
                      </a:lnTo>
                      <a:cubicBezTo>
                        <a:pt x="24280" y="1727"/>
                        <a:pt x="24188" y="1761"/>
                        <a:pt x="24194" y="1801"/>
                      </a:cubicBezTo>
                      <a:lnTo>
                        <a:pt x="24280" y="2187"/>
                      </a:lnTo>
                      <a:cubicBezTo>
                        <a:pt x="24286" y="2227"/>
                        <a:pt x="24401" y="2273"/>
                        <a:pt x="24533" y="2273"/>
                      </a:cubicBezTo>
                      <a:close/>
                      <a:moveTo>
                        <a:pt x="22329" y="2273"/>
                      </a:moveTo>
                      <a:lnTo>
                        <a:pt x="23399" y="2273"/>
                      </a:lnTo>
                      <a:cubicBezTo>
                        <a:pt x="23532" y="2273"/>
                        <a:pt x="23624" y="2233"/>
                        <a:pt x="23618" y="2187"/>
                      </a:cubicBezTo>
                      <a:lnTo>
                        <a:pt x="23538" y="1801"/>
                      </a:lnTo>
                      <a:cubicBezTo>
                        <a:pt x="23532" y="1761"/>
                        <a:pt x="23417" y="1727"/>
                        <a:pt x="23296" y="1727"/>
                      </a:cubicBezTo>
                      <a:lnTo>
                        <a:pt x="22243" y="1727"/>
                      </a:lnTo>
                      <a:cubicBezTo>
                        <a:pt x="22122" y="1727"/>
                        <a:pt x="22018" y="1761"/>
                        <a:pt x="22030" y="1801"/>
                      </a:cubicBezTo>
                      <a:lnTo>
                        <a:pt x="22093" y="2187"/>
                      </a:lnTo>
                      <a:cubicBezTo>
                        <a:pt x="22093" y="2227"/>
                        <a:pt x="22202" y="2273"/>
                        <a:pt x="22329" y="2273"/>
                      </a:cubicBezTo>
                      <a:close/>
                      <a:moveTo>
                        <a:pt x="20131" y="2273"/>
                      </a:moveTo>
                      <a:lnTo>
                        <a:pt x="21201" y="2273"/>
                      </a:lnTo>
                      <a:cubicBezTo>
                        <a:pt x="21328" y="2273"/>
                        <a:pt x="21426" y="2233"/>
                        <a:pt x="21414" y="2187"/>
                      </a:cubicBezTo>
                      <a:lnTo>
                        <a:pt x="21357" y="1801"/>
                      </a:lnTo>
                      <a:cubicBezTo>
                        <a:pt x="21351" y="1761"/>
                        <a:pt x="21241" y="1727"/>
                        <a:pt x="21121" y="1727"/>
                      </a:cubicBezTo>
                      <a:lnTo>
                        <a:pt x="20073" y="1727"/>
                      </a:lnTo>
                      <a:cubicBezTo>
                        <a:pt x="19947" y="1727"/>
                        <a:pt x="19849" y="1761"/>
                        <a:pt x="19855" y="1801"/>
                      </a:cubicBezTo>
                      <a:lnTo>
                        <a:pt x="19901" y="2187"/>
                      </a:lnTo>
                      <a:cubicBezTo>
                        <a:pt x="19889" y="2227"/>
                        <a:pt x="19998" y="2273"/>
                        <a:pt x="20131" y="2273"/>
                      </a:cubicBezTo>
                      <a:close/>
                      <a:moveTo>
                        <a:pt x="17927" y="2273"/>
                      </a:moveTo>
                      <a:lnTo>
                        <a:pt x="18997" y="2273"/>
                      </a:lnTo>
                      <a:cubicBezTo>
                        <a:pt x="19129" y="2273"/>
                        <a:pt x="19227" y="2233"/>
                        <a:pt x="19221" y="2187"/>
                      </a:cubicBezTo>
                      <a:lnTo>
                        <a:pt x="19187" y="1801"/>
                      </a:lnTo>
                      <a:cubicBezTo>
                        <a:pt x="19181" y="1761"/>
                        <a:pt x="19078" y="1727"/>
                        <a:pt x="18951" y="1727"/>
                      </a:cubicBezTo>
                      <a:lnTo>
                        <a:pt x="17898" y="1727"/>
                      </a:lnTo>
                      <a:cubicBezTo>
                        <a:pt x="17777" y="1727"/>
                        <a:pt x="17673" y="1761"/>
                        <a:pt x="17673" y="1801"/>
                      </a:cubicBezTo>
                      <a:lnTo>
                        <a:pt x="17691" y="2187"/>
                      </a:lnTo>
                      <a:cubicBezTo>
                        <a:pt x="17691" y="2227"/>
                        <a:pt x="17800" y="2273"/>
                        <a:pt x="17927" y="2273"/>
                      </a:cubicBezTo>
                      <a:close/>
                      <a:moveTo>
                        <a:pt x="15717" y="2273"/>
                      </a:moveTo>
                      <a:lnTo>
                        <a:pt x="16793" y="2273"/>
                      </a:lnTo>
                      <a:cubicBezTo>
                        <a:pt x="16920" y="2273"/>
                        <a:pt x="17017" y="2233"/>
                        <a:pt x="17017" y="2187"/>
                      </a:cubicBezTo>
                      <a:lnTo>
                        <a:pt x="17012" y="1801"/>
                      </a:lnTo>
                      <a:cubicBezTo>
                        <a:pt x="17012" y="1761"/>
                        <a:pt x="16914" y="1727"/>
                        <a:pt x="16781" y="1727"/>
                      </a:cubicBezTo>
                      <a:lnTo>
                        <a:pt x="15734" y="1727"/>
                      </a:lnTo>
                      <a:cubicBezTo>
                        <a:pt x="15613" y="1727"/>
                        <a:pt x="15504" y="1761"/>
                        <a:pt x="15504" y="1801"/>
                      </a:cubicBezTo>
                      <a:lnTo>
                        <a:pt x="15498" y="2187"/>
                      </a:lnTo>
                      <a:cubicBezTo>
                        <a:pt x="15487" y="2227"/>
                        <a:pt x="15596" y="2273"/>
                        <a:pt x="15717" y="2273"/>
                      </a:cubicBezTo>
                      <a:close/>
                      <a:moveTo>
                        <a:pt x="13518" y="2273"/>
                      </a:moveTo>
                      <a:lnTo>
                        <a:pt x="14589" y="2273"/>
                      </a:lnTo>
                      <a:cubicBezTo>
                        <a:pt x="14721" y="2273"/>
                        <a:pt x="14819" y="2233"/>
                        <a:pt x="14825" y="2187"/>
                      </a:cubicBezTo>
                      <a:lnTo>
                        <a:pt x="14842" y="1801"/>
                      </a:lnTo>
                      <a:cubicBezTo>
                        <a:pt x="14842" y="1761"/>
                        <a:pt x="14738" y="1727"/>
                        <a:pt x="14618" y="1727"/>
                      </a:cubicBezTo>
                      <a:lnTo>
                        <a:pt x="13570" y="1727"/>
                      </a:lnTo>
                      <a:cubicBezTo>
                        <a:pt x="13444" y="1727"/>
                        <a:pt x="13340" y="1761"/>
                        <a:pt x="13329" y="1801"/>
                      </a:cubicBezTo>
                      <a:lnTo>
                        <a:pt x="13294" y="2187"/>
                      </a:lnTo>
                      <a:cubicBezTo>
                        <a:pt x="13294" y="2227"/>
                        <a:pt x="13398" y="2273"/>
                        <a:pt x="13518" y="2273"/>
                      </a:cubicBezTo>
                      <a:close/>
                      <a:moveTo>
                        <a:pt x="11314" y="2273"/>
                      </a:moveTo>
                      <a:lnTo>
                        <a:pt x="12390" y="2273"/>
                      </a:lnTo>
                      <a:cubicBezTo>
                        <a:pt x="12517" y="2273"/>
                        <a:pt x="12626" y="2233"/>
                        <a:pt x="12626" y="2187"/>
                      </a:cubicBezTo>
                      <a:lnTo>
                        <a:pt x="12667" y="1801"/>
                      </a:lnTo>
                      <a:cubicBezTo>
                        <a:pt x="12678" y="1761"/>
                        <a:pt x="12575" y="1727"/>
                        <a:pt x="12454" y="1727"/>
                      </a:cubicBezTo>
                      <a:lnTo>
                        <a:pt x="11401" y="1727"/>
                      </a:lnTo>
                      <a:cubicBezTo>
                        <a:pt x="11280" y="1727"/>
                        <a:pt x="11170" y="1761"/>
                        <a:pt x="11165" y="1801"/>
                      </a:cubicBezTo>
                      <a:lnTo>
                        <a:pt x="11107" y="2187"/>
                      </a:lnTo>
                      <a:cubicBezTo>
                        <a:pt x="11096" y="2227"/>
                        <a:pt x="11193" y="2273"/>
                        <a:pt x="11314" y="2273"/>
                      </a:cubicBezTo>
                      <a:close/>
                      <a:moveTo>
                        <a:pt x="9116" y="2273"/>
                      </a:moveTo>
                      <a:lnTo>
                        <a:pt x="10186" y="2273"/>
                      </a:lnTo>
                      <a:cubicBezTo>
                        <a:pt x="10319" y="2273"/>
                        <a:pt x="10422" y="2233"/>
                        <a:pt x="10434" y="2187"/>
                      </a:cubicBezTo>
                      <a:lnTo>
                        <a:pt x="10497" y="1801"/>
                      </a:lnTo>
                      <a:cubicBezTo>
                        <a:pt x="10503" y="1761"/>
                        <a:pt x="10411" y="1727"/>
                        <a:pt x="10278" y="1727"/>
                      </a:cubicBezTo>
                      <a:lnTo>
                        <a:pt x="9231" y="1727"/>
                      </a:lnTo>
                      <a:cubicBezTo>
                        <a:pt x="9110" y="1727"/>
                        <a:pt x="8995" y="1761"/>
                        <a:pt x="8984" y="1801"/>
                      </a:cubicBezTo>
                      <a:lnTo>
                        <a:pt x="8909" y="2187"/>
                      </a:lnTo>
                      <a:cubicBezTo>
                        <a:pt x="8892" y="2227"/>
                        <a:pt x="8989" y="2273"/>
                        <a:pt x="9116" y="2273"/>
                      </a:cubicBezTo>
                      <a:close/>
                      <a:moveTo>
                        <a:pt x="6912" y="2273"/>
                      </a:moveTo>
                      <a:lnTo>
                        <a:pt x="7988" y="2273"/>
                      </a:lnTo>
                      <a:cubicBezTo>
                        <a:pt x="8115" y="2273"/>
                        <a:pt x="8224" y="2233"/>
                        <a:pt x="8236" y="2187"/>
                      </a:cubicBezTo>
                      <a:lnTo>
                        <a:pt x="8322" y="1801"/>
                      </a:lnTo>
                      <a:cubicBezTo>
                        <a:pt x="8333" y="1761"/>
                        <a:pt x="8247" y="1727"/>
                        <a:pt x="8115" y="1727"/>
                      </a:cubicBezTo>
                      <a:lnTo>
                        <a:pt x="7067" y="1727"/>
                      </a:lnTo>
                      <a:cubicBezTo>
                        <a:pt x="6941" y="1727"/>
                        <a:pt x="6826" y="1761"/>
                        <a:pt x="6814" y="1801"/>
                      </a:cubicBezTo>
                      <a:lnTo>
                        <a:pt x="6705" y="2187"/>
                      </a:lnTo>
                      <a:cubicBezTo>
                        <a:pt x="6699" y="2227"/>
                        <a:pt x="6791" y="2273"/>
                        <a:pt x="6912" y="2273"/>
                      </a:cubicBezTo>
                      <a:close/>
                      <a:moveTo>
                        <a:pt x="4714" y="2273"/>
                      </a:moveTo>
                      <a:lnTo>
                        <a:pt x="5784" y="2273"/>
                      </a:lnTo>
                      <a:cubicBezTo>
                        <a:pt x="5916" y="2273"/>
                        <a:pt x="6031" y="2233"/>
                        <a:pt x="6043" y="2187"/>
                      </a:cubicBezTo>
                      <a:lnTo>
                        <a:pt x="6158" y="1801"/>
                      </a:lnTo>
                      <a:cubicBezTo>
                        <a:pt x="6170" y="1761"/>
                        <a:pt x="6077" y="1727"/>
                        <a:pt x="5957" y="1727"/>
                      </a:cubicBezTo>
                      <a:lnTo>
                        <a:pt x="4903" y="1727"/>
                      </a:lnTo>
                      <a:cubicBezTo>
                        <a:pt x="4783" y="1727"/>
                        <a:pt x="4668" y="1761"/>
                        <a:pt x="4645" y="1801"/>
                      </a:cubicBezTo>
                      <a:lnTo>
                        <a:pt x="4518" y="2187"/>
                      </a:lnTo>
                      <a:cubicBezTo>
                        <a:pt x="4495" y="2227"/>
                        <a:pt x="4593" y="2273"/>
                        <a:pt x="4714" y="2273"/>
                      </a:cubicBezTo>
                      <a:close/>
                      <a:moveTo>
                        <a:pt x="892" y="2273"/>
                      </a:moveTo>
                      <a:lnTo>
                        <a:pt x="3586" y="2273"/>
                      </a:lnTo>
                      <a:cubicBezTo>
                        <a:pt x="3712" y="2273"/>
                        <a:pt x="3827" y="2233"/>
                        <a:pt x="3845" y="2187"/>
                      </a:cubicBezTo>
                      <a:lnTo>
                        <a:pt x="3977" y="1801"/>
                      </a:lnTo>
                      <a:cubicBezTo>
                        <a:pt x="3994" y="1761"/>
                        <a:pt x="3908" y="1727"/>
                        <a:pt x="3776" y="1727"/>
                      </a:cubicBezTo>
                      <a:lnTo>
                        <a:pt x="1140" y="1727"/>
                      </a:lnTo>
                      <a:cubicBezTo>
                        <a:pt x="1013" y="1727"/>
                        <a:pt x="892" y="1761"/>
                        <a:pt x="869" y="1801"/>
                      </a:cubicBezTo>
                      <a:lnTo>
                        <a:pt x="697" y="2187"/>
                      </a:lnTo>
                      <a:cubicBezTo>
                        <a:pt x="685" y="2227"/>
                        <a:pt x="772" y="2273"/>
                        <a:pt x="892" y="2273"/>
                      </a:cubicBezTo>
                      <a:close/>
                      <a:moveTo>
                        <a:pt x="28936" y="2273"/>
                      </a:moveTo>
                      <a:lnTo>
                        <a:pt x="31623" y="2273"/>
                      </a:lnTo>
                      <a:cubicBezTo>
                        <a:pt x="31755" y="2273"/>
                        <a:pt x="31842" y="2233"/>
                        <a:pt x="31819" y="2187"/>
                      </a:cubicBezTo>
                      <a:lnTo>
                        <a:pt x="31646" y="1801"/>
                      </a:lnTo>
                      <a:cubicBezTo>
                        <a:pt x="31623" y="1761"/>
                        <a:pt x="31508" y="1727"/>
                        <a:pt x="31381" y="1727"/>
                      </a:cubicBezTo>
                      <a:lnTo>
                        <a:pt x="28734" y="1727"/>
                      </a:lnTo>
                      <a:cubicBezTo>
                        <a:pt x="28608" y="1727"/>
                        <a:pt x="28516" y="1761"/>
                        <a:pt x="28533" y="1801"/>
                      </a:cubicBezTo>
                      <a:lnTo>
                        <a:pt x="28665" y="2187"/>
                      </a:lnTo>
                      <a:cubicBezTo>
                        <a:pt x="28688" y="2227"/>
                        <a:pt x="28803" y="2273"/>
                        <a:pt x="28936" y="2273"/>
                      </a:cubicBezTo>
                      <a:close/>
                      <a:moveTo>
                        <a:pt x="25840" y="2998"/>
                      </a:moveTo>
                      <a:lnTo>
                        <a:pt x="26933" y="2998"/>
                      </a:lnTo>
                      <a:cubicBezTo>
                        <a:pt x="27065" y="2998"/>
                        <a:pt x="27157" y="2964"/>
                        <a:pt x="27140" y="2912"/>
                      </a:cubicBezTo>
                      <a:lnTo>
                        <a:pt x="27019" y="2515"/>
                      </a:lnTo>
                      <a:cubicBezTo>
                        <a:pt x="27008" y="2463"/>
                        <a:pt x="26893" y="2429"/>
                        <a:pt x="26760" y="2429"/>
                      </a:cubicBezTo>
                      <a:lnTo>
                        <a:pt x="25690" y="2429"/>
                      </a:lnTo>
                      <a:cubicBezTo>
                        <a:pt x="25558" y="2429"/>
                        <a:pt x="25465" y="2463"/>
                        <a:pt x="25483" y="2515"/>
                      </a:cubicBezTo>
                      <a:lnTo>
                        <a:pt x="25586" y="2912"/>
                      </a:lnTo>
                      <a:cubicBezTo>
                        <a:pt x="25598" y="2964"/>
                        <a:pt x="25713" y="2998"/>
                        <a:pt x="25840" y="2998"/>
                      </a:cubicBezTo>
                      <a:close/>
                      <a:moveTo>
                        <a:pt x="23589" y="2998"/>
                      </a:moveTo>
                      <a:lnTo>
                        <a:pt x="24683" y="2998"/>
                      </a:lnTo>
                      <a:cubicBezTo>
                        <a:pt x="24809" y="2998"/>
                        <a:pt x="24901" y="2964"/>
                        <a:pt x="24896" y="2912"/>
                      </a:cubicBezTo>
                      <a:lnTo>
                        <a:pt x="24798" y="2515"/>
                      </a:lnTo>
                      <a:cubicBezTo>
                        <a:pt x="24781" y="2463"/>
                        <a:pt x="24677" y="2429"/>
                        <a:pt x="24545" y="2429"/>
                      </a:cubicBezTo>
                      <a:lnTo>
                        <a:pt x="23474" y="2429"/>
                      </a:lnTo>
                      <a:cubicBezTo>
                        <a:pt x="23342" y="2429"/>
                        <a:pt x="23250" y="2463"/>
                        <a:pt x="23256" y="2515"/>
                      </a:cubicBezTo>
                      <a:lnTo>
                        <a:pt x="23336" y="2912"/>
                      </a:lnTo>
                      <a:cubicBezTo>
                        <a:pt x="23342" y="2964"/>
                        <a:pt x="23457" y="2998"/>
                        <a:pt x="23589" y="2998"/>
                      </a:cubicBezTo>
                      <a:close/>
                      <a:moveTo>
                        <a:pt x="21339" y="2998"/>
                      </a:moveTo>
                      <a:lnTo>
                        <a:pt x="22433" y="2998"/>
                      </a:lnTo>
                      <a:cubicBezTo>
                        <a:pt x="22559" y="2998"/>
                        <a:pt x="22663" y="2964"/>
                        <a:pt x="22651" y="2912"/>
                      </a:cubicBezTo>
                      <a:lnTo>
                        <a:pt x="22582" y="2515"/>
                      </a:lnTo>
                      <a:cubicBezTo>
                        <a:pt x="22577" y="2463"/>
                        <a:pt x="22461" y="2429"/>
                        <a:pt x="22335" y="2429"/>
                      </a:cubicBezTo>
                      <a:lnTo>
                        <a:pt x="21264" y="2429"/>
                      </a:lnTo>
                      <a:cubicBezTo>
                        <a:pt x="21132" y="2429"/>
                        <a:pt x="21034" y="2463"/>
                        <a:pt x="21040" y="2515"/>
                      </a:cubicBezTo>
                      <a:lnTo>
                        <a:pt x="21098" y="2912"/>
                      </a:lnTo>
                      <a:cubicBezTo>
                        <a:pt x="21098" y="2964"/>
                        <a:pt x="21207" y="2998"/>
                        <a:pt x="21339" y="2998"/>
                      </a:cubicBezTo>
                      <a:close/>
                      <a:moveTo>
                        <a:pt x="19083" y="2998"/>
                      </a:moveTo>
                      <a:lnTo>
                        <a:pt x="20177" y="2998"/>
                      </a:lnTo>
                      <a:cubicBezTo>
                        <a:pt x="20309" y="2998"/>
                        <a:pt x="20407" y="2964"/>
                        <a:pt x="20401" y="2912"/>
                      </a:cubicBezTo>
                      <a:lnTo>
                        <a:pt x="20349" y="2515"/>
                      </a:lnTo>
                      <a:cubicBezTo>
                        <a:pt x="20344" y="2463"/>
                        <a:pt x="20234" y="2429"/>
                        <a:pt x="20108" y="2429"/>
                      </a:cubicBezTo>
                      <a:lnTo>
                        <a:pt x="19037" y="2429"/>
                      </a:lnTo>
                      <a:cubicBezTo>
                        <a:pt x="18905" y="2429"/>
                        <a:pt x="18807" y="2463"/>
                        <a:pt x="18813" y="2515"/>
                      </a:cubicBezTo>
                      <a:lnTo>
                        <a:pt x="18842" y="2912"/>
                      </a:lnTo>
                      <a:cubicBezTo>
                        <a:pt x="18847" y="2964"/>
                        <a:pt x="18957" y="2998"/>
                        <a:pt x="19083" y="2998"/>
                      </a:cubicBezTo>
                      <a:close/>
                      <a:moveTo>
                        <a:pt x="16833" y="2998"/>
                      </a:moveTo>
                      <a:lnTo>
                        <a:pt x="17927" y="2998"/>
                      </a:lnTo>
                      <a:cubicBezTo>
                        <a:pt x="18053" y="2998"/>
                        <a:pt x="18163" y="2964"/>
                        <a:pt x="18157" y="2912"/>
                      </a:cubicBezTo>
                      <a:lnTo>
                        <a:pt x="18134" y="2515"/>
                      </a:lnTo>
                      <a:cubicBezTo>
                        <a:pt x="18134" y="2463"/>
                        <a:pt x="18024" y="2429"/>
                        <a:pt x="17898" y="2429"/>
                      </a:cubicBezTo>
                      <a:lnTo>
                        <a:pt x="16827" y="2429"/>
                      </a:lnTo>
                      <a:cubicBezTo>
                        <a:pt x="16695" y="2429"/>
                        <a:pt x="16597" y="2463"/>
                        <a:pt x="16597" y="2515"/>
                      </a:cubicBezTo>
                      <a:lnTo>
                        <a:pt x="16603" y="2912"/>
                      </a:lnTo>
                      <a:cubicBezTo>
                        <a:pt x="16597" y="2964"/>
                        <a:pt x="16707" y="2998"/>
                        <a:pt x="16833" y="2998"/>
                      </a:cubicBezTo>
                      <a:close/>
                      <a:moveTo>
                        <a:pt x="14583" y="2998"/>
                      </a:moveTo>
                      <a:lnTo>
                        <a:pt x="15676" y="2998"/>
                      </a:lnTo>
                      <a:cubicBezTo>
                        <a:pt x="15803" y="2998"/>
                        <a:pt x="15912" y="2964"/>
                        <a:pt x="15912" y="2912"/>
                      </a:cubicBezTo>
                      <a:lnTo>
                        <a:pt x="15918" y="2515"/>
                      </a:lnTo>
                      <a:cubicBezTo>
                        <a:pt x="15918" y="2463"/>
                        <a:pt x="15820" y="2429"/>
                        <a:pt x="15688" y="2429"/>
                      </a:cubicBezTo>
                      <a:lnTo>
                        <a:pt x="14618" y="2429"/>
                      </a:lnTo>
                      <a:cubicBezTo>
                        <a:pt x="14491" y="2429"/>
                        <a:pt x="14382" y="2463"/>
                        <a:pt x="14382" y="2515"/>
                      </a:cubicBezTo>
                      <a:lnTo>
                        <a:pt x="14359" y="2912"/>
                      </a:lnTo>
                      <a:cubicBezTo>
                        <a:pt x="14353" y="2964"/>
                        <a:pt x="14451" y="2998"/>
                        <a:pt x="14583" y="2998"/>
                      </a:cubicBezTo>
                      <a:close/>
                      <a:moveTo>
                        <a:pt x="12339" y="2998"/>
                      </a:moveTo>
                      <a:lnTo>
                        <a:pt x="13432" y="2998"/>
                      </a:lnTo>
                      <a:cubicBezTo>
                        <a:pt x="13559" y="2998"/>
                        <a:pt x="13668" y="2964"/>
                        <a:pt x="13674" y="2912"/>
                      </a:cubicBezTo>
                      <a:lnTo>
                        <a:pt x="13703" y="2515"/>
                      </a:lnTo>
                      <a:cubicBezTo>
                        <a:pt x="13703" y="2463"/>
                        <a:pt x="13605" y="2429"/>
                        <a:pt x="13484" y="2429"/>
                      </a:cubicBezTo>
                      <a:lnTo>
                        <a:pt x="12408" y="2429"/>
                      </a:lnTo>
                      <a:cubicBezTo>
                        <a:pt x="12281" y="2429"/>
                        <a:pt x="12172" y="2463"/>
                        <a:pt x="12166" y="2515"/>
                      </a:cubicBezTo>
                      <a:lnTo>
                        <a:pt x="12114" y="2912"/>
                      </a:lnTo>
                      <a:cubicBezTo>
                        <a:pt x="12103" y="2964"/>
                        <a:pt x="12201" y="2998"/>
                        <a:pt x="12339" y="2998"/>
                      </a:cubicBezTo>
                      <a:close/>
                      <a:moveTo>
                        <a:pt x="10089" y="2998"/>
                      </a:moveTo>
                      <a:lnTo>
                        <a:pt x="11182" y="2998"/>
                      </a:lnTo>
                      <a:cubicBezTo>
                        <a:pt x="11309" y="2998"/>
                        <a:pt x="11424" y="2964"/>
                        <a:pt x="11429" y="2912"/>
                      </a:cubicBezTo>
                      <a:lnTo>
                        <a:pt x="11487" y="2515"/>
                      </a:lnTo>
                      <a:cubicBezTo>
                        <a:pt x="11498" y="2463"/>
                        <a:pt x="11395" y="2429"/>
                        <a:pt x="11268" y="2429"/>
                      </a:cubicBezTo>
                      <a:lnTo>
                        <a:pt x="10192" y="2429"/>
                      </a:lnTo>
                      <a:cubicBezTo>
                        <a:pt x="10066" y="2429"/>
                        <a:pt x="9956" y="2463"/>
                        <a:pt x="9950" y="2515"/>
                      </a:cubicBezTo>
                      <a:lnTo>
                        <a:pt x="9876" y="2912"/>
                      </a:lnTo>
                      <a:cubicBezTo>
                        <a:pt x="9853" y="2964"/>
                        <a:pt x="9956" y="2998"/>
                        <a:pt x="10089" y="2998"/>
                      </a:cubicBezTo>
                      <a:close/>
                      <a:moveTo>
                        <a:pt x="7833" y="2998"/>
                      </a:moveTo>
                      <a:lnTo>
                        <a:pt x="8926" y="2998"/>
                      </a:lnTo>
                      <a:cubicBezTo>
                        <a:pt x="9058" y="2998"/>
                        <a:pt x="9174" y="2964"/>
                        <a:pt x="9179" y="2912"/>
                      </a:cubicBezTo>
                      <a:lnTo>
                        <a:pt x="9260" y="2515"/>
                      </a:lnTo>
                      <a:cubicBezTo>
                        <a:pt x="9266" y="2463"/>
                        <a:pt x="9174" y="2429"/>
                        <a:pt x="9041" y="2429"/>
                      </a:cubicBezTo>
                      <a:lnTo>
                        <a:pt x="7971" y="2429"/>
                      </a:lnTo>
                      <a:cubicBezTo>
                        <a:pt x="7838" y="2429"/>
                        <a:pt x="7729" y="2463"/>
                        <a:pt x="7718" y="2515"/>
                      </a:cubicBezTo>
                      <a:lnTo>
                        <a:pt x="7620" y="2912"/>
                      </a:lnTo>
                      <a:cubicBezTo>
                        <a:pt x="7602" y="2964"/>
                        <a:pt x="7706" y="2998"/>
                        <a:pt x="7833" y="2998"/>
                      </a:cubicBezTo>
                      <a:close/>
                      <a:moveTo>
                        <a:pt x="5583" y="2998"/>
                      </a:moveTo>
                      <a:lnTo>
                        <a:pt x="6676" y="2998"/>
                      </a:lnTo>
                      <a:cubicBezTo>
                        <a:pt x="6808" y="2998"/>
                        <a:pt x="6923" y="2964"/>
                        <a:pt x="6935" y="2912"/>
                      </a:cubicBezTo>
                      <a:lnTo>
                        <a:pt x="7044" y="2515"/>
                      </a:lnTo>
                      <a:cubicBezTo>
                        <a:pt x="7056" y="2463"/>
                        <a:pt x="6964" y="2429"/>
                        <a:pt x="6831" y="2429"/>
                      </a:cubicBezTo>
                      <a:lnTo>
                        <a:pt x="5761" y="2429"/>
                      </a:lnTo>
                      <a:cubicBezTo>
                        <a:pt x="5634" y="2429"/>
                        <a:pt x="5519" y="2463"/>
                        <a:pt x="5502" y="2515"/>
                      </a:cubicBezTo>
                      <a:lnTo>
                        <a:pt x="5381" y="2912"/>
                      </a:lnTo>
                      <a:cubicBezTo>
                        <a:pt x="5358" y="2964"/>
                        <a:pt x="5456" y="2998"/>
                        <a:pt x="5583" y="2998"/>
                      </a:cubicBezTo>
                      <a:close/>
                      <a:moveTo>
                        <a:pt x="570" y="2998"/>
                      </a:moveTo>
                      <a:lnTo>
                        <a:pt x="4426" y="2998"/>
                      </a:lnTo>
                      <a:cubicBezTo>
                        <a:pt x="4552" y="2998"/>
                        <a:pt x="4673" y="2964"/>
                        <a:pt x="4691" y="2912"/>
                      </a:cubicBezTo>
                      <a:lnTo>
                        <a:pt x="4817" y="2515"/>
                      </a:lnTo>
                      <a:cubicBezTo>
                        <a:pt x="4834" y="2463"/>
                        <a:pt x="4742" y="2429"/>
                        <a:pt x="4616" y="2429"/>
                      </a:cubicBezTo>
                      <a:lnTo>
                        <a:pt x="829" y="2429"/>
                      </a:lnTo>
                      <a:cubicBezTo>
                        <a:pt x="697" y="2429"/>
                        <a:pt x="576" y="2463"/>
                        <a:pt x="553" y="2515"/>
                      </a:cubicBezTo>
                      <a:lnTo>
                        <a:pt x="374" y="2912"/>
                      </a:lnTo>
                      <a:cubicBezTo>
                        <a:pt x="346" y="2964"/>
                        <a:pt x="432" y="2998"/>
                        <a:pt x="570" y="2998"/>
                      </a:cubicBezTo>
                      <a:close/>
                      <a:moveTo>
                        <a:pt x="28090" y="2998"/>
                      </a:moveTo>
                      <a:lnTo>
                        <a:pt x="31945" y="2998"/>
                      </a:lnTo>
                      <a:cubicBezTo>
                        <a:pt x="32078" y="2998"/>
                        <a:pt x="32164" y="2964"/>
                        <a:pt x="32141" y="2912"/>
                      </a:cubicBezTo>
                      <a:lnTo>
                        <a:pt x="31963" y="2515"/>
                      </a:lnTo>
                      <a:cubicBezTo>
                        <a:pt x="31940" y="2463"/>
                        <a:pt x="31819" y="2429"/>
                        <a:pt x="31686" y="2429"/>
                      </a:cubicBezTo>
                      <a:lnTo>
                        <a:pt x="27900" y="2429"/>
                      </a:lnTo>
                      <a:cubicBezTo>
                        <a:pt x="27767" y="2429"/>
                        <a:pt x="27675" y="2463"/>
                        <a:pt x="27698" y="2515"/>
                      </a:cubicBezTo>
                      <a:lnTo>
                        <a:pt x="27825" y="2912"/>
                      </a:lnTo>
                      <a:cubicBezTo>
                        <a:pt x="27842" y="2964"/>
                        <a:pt x="27963" y="2998"/>
                        <a:pt x="28090" y="2998"/>
                      </a:cubicBezTo>
                      <a:close/>
                      <a:moveTo>
                        <a:pt x="26576" y="3769"/>
                      </a:moveTo>
                      <a:lnTo>
                        <a:pt x="27744" y="3769"/>
                      </a:lnTo>
                      <a:cubicBezTo>
                        <a:pt x="27882" y="3769"/>
                        <a:pt x="27975" y="3723"/>
                        <a:pt x="27957" y="3672"/>
                      </a:cubicBezTo>
                      <a:lnTo>
                        <a:pt x="27917" y="3551"/>
                      </a:lnTo>
                      <a:cubicBezTo>
                        <a:pt x="27905" y="3499"/>
                        <a:pt x="27785" y="3459"/>
                        <a:pt x="27652" y="3459"/>
                      </a:cubicBezTo>
                      <a:lnTo>
                        <a:pt x="26496" y="3459"/>
                      </a:lnTo>
                      <a:cubicBezTo>
                        <a:pt x="26363" y="3459"/>
                        <a:pt x="26265" y="3499"/>
                        <a:pt x="26277" y="3551"/>
                      </a:cubicBezTo>
                      <a:lnTo>
                        <a:pt x="26317" y="3672"/>
                      </a:lnTo>
                      <a:cubicBezTo>
                        <a:pt x="26323" y="3723"/>
                        <a:pt x="26444" y="3769"/>
                        <a:pt x="26576" y="3769"/>
                      </a:cubicBezTo>
                      <a:close/>
                      <a:moveTo>
                        <a:pt x="28849" y="3769"/>
                      </a:moveTo>
                      <a:lnTo>
                        <a:pt x="30018" y="3769"/>
                      </a:lnTo>
                      <a:cubicBezTo>
                        <a:pt x="30156" y="3769"/>
                        <a:pt x="30242" y="3723"/>
                        <a:pt x="30230" y="3672"/>
                      </a:cubicBezTo>
                      <a:lnTo>
                        <a:pt x="30064" y="3257"/>
                      </a:lnTo>
                      <a:cubicBezTo>
                        <a:pt x="30041" y="3205"/>
                        <a:pt x="29920" y="3171"/>
                        <a:pt x="29787" y="3171"/>
                      </a:cubicBezTo>
                      <a:lnTo>
                        <a:pt x="28636" y="3171"/>
                      </a:lnTo>
                      <a:cubicBezTo>
                        <a:pt x="28510" y="3171"/>
                        <a:pt x="28418" y="3211"/>
                        <a:pt x="28429" y="3257"/>
                      </a:cubicBezTo>
                      <a:lnTo>
                        <a:pt x="28573" y="3672"/>
                      </a:lnTo>
                      <a:cubicBezTo>
                        <a:pt x="28596" y="3723"/>
                        <a:pt x="28717" y="3769"/>
                        <a:pt x="28849" y="3769"/>
                      </a:cubicBezTo>
                      <a:close/>
                      <a:moveTo>
                        <a:pt x="31122" y="3769"/>
                      </a:moveTo>
                      <a:lnTo>
                        <a:pt x="32291" y="3769"/>
                      </a:lnTo>
                      <a:cubicBezTo>
                        <a:pt x="32429" y="3769"/>
                        <a:pt x="32515" y="3723"/>
                        <a:pt x="32492" y="3672"/>
                      </a:cubicBezTo>
                      <a:lnTo>
                        <a:pt x="32435" y="3551"/>
                      </a:lnTo>
                      <a:cubicBezTo>
                        <a:pt x="32417" y="3499"/>
                        <a:pt x="32285" y="3459"/>
                        <a:pt x="32158" y="3459"/>
                      </a:cubicBezTo>
                      <a:lnTo>
                        <a:pt x="30996" y="3459"/>
                      </a:lnTo>
                      <a:cubicBezTo>
                        <a:pt x="30869" y="3459"/>
                        <a:pt x="30777" y="3499"/>
                        <a:pt x="30794" y="3551"/>
                      </a:cubicBezTo>
                      <a:lnTo>
                        <a:pt x="30846" y="3672"/>
                      </a:lnTo>
                      <a:cubicBezTo>
                        <a:pt x="30863" y="3723"/>
                        <a:pt x="30990" y="3769"/>
                        <a:pt x="31122" y="3769"/>
                      </a:cubicBezTo>
                      <a:close/>
                      <a:moveTo>
                        <a:pt x="24274" y="3769"/>
                      </a:moveTo>
                      <a:lnTo>
                        <a:pt x="25385" y="3769"/>
                      </a:lnTo>
                      <a:cubicBezTo>
                        <a:pt x="25523" y="3769"/>
                        <a:pt x="25615" y="3723"/>
                        <a:pt x="25604" y="3672"/>
                      </a:cubicBezTo>
                      <a:lnTo>
                        <a:pt x="25494" y="3257"/>
                      </a:lnTo>
                      <a:cubicBezTo>
                        <a:pt x="25483" y="3205"/>
                        <a:pt x="25368" y="3171"/>
                        <a:pt x="25235" y="3171"/>
                      </a:cubicBezTo>
                      <a:lnTo>
                        <a:pt x="24136" y="3171"/>
                      </a:lnTo>
                      <a:cubicBezTo>
                        <a:pt x="24004" y="3171"/>
                        <a:pt x="23906" y="3211"/>
                        <a:pt x="23917" y="3257"/>
                      </a:cubicBezTo>
                      <a:lnTo>
                        <a:pt x="24015" y="3672"/>
                      </a:lnTo>
                      <a:cubicBezTo>
                        <a:pt x="24027" y="3723"/>
                        <a:pt x="24142" y="3769"/>
                        <a:pt x="24274" y="3769"/>
                      </a:cubicBezTo>
                      <a:close/>
                      <a:moveTo>
                        <a:pt x="9801" y="3257"/>
                      </a:moveTo>
                      <a:lnTo>
                        <a:pt x="9720" y="3672"/>
                      </a:lnTo>
                      <a:cubicBezTo>
                        <a:pt x="9715" y="3723"/>
                        <a:pt x="9812" y="3764"/>
                        <a:pt x="9945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3" y="3723"/>
                        <a:pt x="20488" y="3672"/>
                      </a:cubicBezTo>
                      <a:lnTo>
                        <a:pt x="20436" y="3257"/>
                      </a:lnTo>
                      <a:cubicBezTo>
                        <a:pt x="20430" y="3205"/>
                        <a:pt x="20321" y="3171"/>
                        <a:pt x="20194" y="3171"/>
                      </a:cubicBezTo>
                      <a:lnTo>
                        <a:pt x="10048" y="3171"/>
                      </a:lnTo>
                      <a:cubicBezTo>
                        <a:pt x="9922" y="3171"/>
                        <a:pt x="9807" y="3205"/>
                        <a:pt x="9801" y="3257"/>
                      </a:cubicBezTo>
                      <a:close/>
                      <a:moveTo>
                        <a:pt x="7119" y="3769"/>
                      </a:moveTo>
                      <a:lnTo>
                        <a:pt x="8765" y="3769"/>
                      </a:lnTo>
                      <a:cubicBezTo>
                        <a:pt x="8897" y="3769"/>
                        <a:pt x="9012" y="3723"/>
                        <a:pt x="9024" y="3672"/>
                      </a:cubicBezTo>
                      <a:lnTo>
                        <a:pt x="9104" y="3257"/>
                      </a:lnTo>
                      <a:cubicBezTo>
                        <a:pt x="9116" y="3205"/>
                        <a:pt x="9024" y="3171"/>
                        <a:pt x="8892" y="3171"/>
                      </a:cubicBezTo>
                      <a:lnTo>
                        <a:pt x="7280" y="3171"/>
                      </a:lnTo>
                      <a:cubicBezTo>
                        <a:pt x="7148" y="3171"/>
                        <a:pt x="7033" y="3211"/>
                        <a:pt x="7021" y="3257"/>
                      </a:cubicBezTo>
                      <a:lnTo>
                        <a:pt x="6912" y="3672"/>
                      </a:lnTo>
                      <a:cubicBezTo>
                        <a:pt x="6895" y="3723"/>
                        <a:pt x="6992" y="3769"/>
                        <a:pt x="7119" y="3769"/>
                      </a:cubicBezTo>
                      <a:close/>
                      <a:moveTo>
                        <a:pt x="4817" y="3769"/>
                      </a:moveTo>
                      <a:lnTo>
                        <a:pt x="5934" y="3769"/>
                      </a:lnTo>
                      <a:cubicBezTo>
                        <a:pt x="6072" y="3769"/>
                        <a:pt x="6187" y="3723"/>
                        <a:pt x="6198" y="3672"/>
                      </a:cubicBezTo>
                      <a:lnTo>
                        <a:pt x="6313" y="3257"/>
                      </a:lnTo>
                      <a:cubicBezTo>
                        <a:pt x="6331" y="3205"/>
                        <a:pt x="6239" y="3171"/>
                        <a:pt x="6100" y="3171"/>
                      </a:cubicBezTo>
                      <a:lnTo>
                        <a:pt x="5001" y="3171"/>
                      </a:lnTo>
                      <a:cubicBezTo>
                        <a:pt x="4869" y="3171"/>
                        <a:pt x="4748" y="3211"/>
                        <a:pt x="4731" y="3257"/>
                      </a:cubicBezTo>
                      <a:lnTo>
                        <a:pt x="4598" y="3672"/>
                      </a:lnTo>
                      <a:cubicBezTo>
                        <a:pt x="4598" y="3723"/>
                        <a:pt x="4691" y="3769"/>
                        <a:pt x="4817" y="3769"/>
                      </a:cubicBezTo>
                      <a:close/>
                      <a:moveTo>
                        <a:pt x="21454" y="3769"/>
                      </a:moveTo>
                      <a:lnTo>
                        <a:pt x="23094" y="3769"/>
                      </a:lnTo>
                      <a:cubicBezTo>
                        <a:pt x="23227" y="3769"/>
                        <a:pt x="23325" y="3723"/>
                        <a:pt x="23313" y="3672"/>
                      </a:cubicBezTo>
                      <a:lnTo>
                        <a:pt x="23238" y="3257"/>
                      </a:lnTo>
                      <a:cubicBezTo>
                        <a:pt x="23227" y="3205"/>
                        <a:pt x="23112" y="3171"/>
                        <a:pt x="22985" y="3171"/>
                      </a:cubicBezTo>
                      <a:lnTo>
                        <a:pt x="21374" y="3171"/>
                      </a:lnTo>
                      <a:cubicBezTo>
                        <a:pt x="21241" y="3171"/>
                        <a:pt x="21144" y="3211"/>
                        <a:pt x="21149" y="3257"/>
                      </a:cubicBezTo>
                      <a:lnTo>
                        <a:pt x="21207" y="3672"/>
                      </a:lnTo>
                      <a:cubicBezTo>
                        <a:pt x="21201" y="3723"/>
                        <a:pt x="21316" y="3769"/>
                        <a:pt x="21454" y="3769"/>
                      </a:cubicBezTo>
                      <a:close/>
                      <a:moveTo>
                        <a:pt x="2527" y="3769"/>
                      </a:moveTo>
                      <a:lnTo>
                        <a:pt x="3643" y="3769"/>
                      </a:lnTo>
                      <a:cubicBezTo>
                        <a:pt x="3776" y="3769"/>
                        <a:pt x="3902" y="3723"/>
                        <a:pt x="3914" y="3672"/>
                      </a:cubicBezTo>
                      <a:lnTo>
                        <a:pt x="4058" y="3257"/>
                      </a:lnTo>
                      <a:cubicBezTo>
                        <a:pt x="4075" y="3205"/>
                        <a:pt x="3977" y="3171"/>
                        <a:pt x="3850" y="3171"/>
                      </a:cubicBezTo>
                      <a:lnTo>
                        <a:pt x="2751" y="3171"/>
                      </a:lnTo>
                      <a:cubicBezTo>
                        <a:pt x="2619" y="3171"/>
                        <a:pt x="2498" y="3211"/>
                        <a:pt x="2475" y="3257"/>
                      </a:cubicBezTo>
                      <a:lnTo>
                        <a:pt x="2308" y="3672"/>
                      </a:lnTo>
                      <a:cubicBezTo>
                        <a:pt x="2297" y="3723"/>
                        <a:pt x="2389" y="3769"/>
                        <a:pt x="2527" y="3769"/>
                      </a:cubicBezTo>
                      <a:close/>
                      <a:moveTo>
                        <a:pt x="225" y="3769"/>
                      </a:moveTo>
                      <a:lnTo>
                        <a:pt x="1341" y="3769"/>
                      </a:lnTo>
                      <a:cubicBezTo>
                        <a:pt x="1474" y="3769"/>
                        <a:pt x="1600" y="3723"/>
                        <a:pt x="1617" y="3672"/>
                      </a:cubicBezTo>
                      <a:lnTo>
                        <a:pt x="1790" y="3257"/>
                      </a:lnTo>
                      <a:cubicBezTo>
                        <a:pt x="1813" y="3205"/>
                        <a:pt x="1721" y="3171"/>
                        <a:pt x="1589" y="3171"/>
                      </a:cubicBezTo>
                      <a:lnTo>
                        <a:pt x="490" y="3171"/>
                      </a:lnTo>
                      <a:cubicBezTo>
                        <a:pt x="357" y="3171"/>
                        <a:pt x="236" y="3211"/>
                        <a:pt x="208" y="3257"/>
                      </a:cubicBezTo>
                      <a:lnTo>
                        <a:pt x="23" y="3672"/>
                      </a:lnTo>
                      <a:cubicBezTo>
                        <a:pt x="0" y="3723"/>
                        <a:pt x="87" y="3769"/>
                        <a:pt x="225" y="37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38" name="Google Shape;838;p47"/>
              <p:cNvSpPr/>
              <p:nvPr/>
            </p:nvSpPr>
            <p:spPr>
              <a:xfrm>
                <a:off x="6822274" y="3695850"/>
                <a:ext cx="723633" cy="189396"/>
              </a:xfrm>
              <a:custGeom>
                <a:avLst/>
                <a:gdLst/>
                <a:ahLst/>
                <a:cxnLst/>
                <a:rect l="l" t="t" r="r" b="b"/>
                <a:pathLst>
                  <a:path w="12448" h="3258" extrusionOk="0">
                    <a:moveTo>
                      <a:pt x="12074" y="3258"/>
                    </a:moveTo>
                    <a:lnTo>
                      <a:pt x="374" y="3258"/>
                    </a:lnTo>
                    <a:cubicBezTo>
                      <a:pt x="155" y="3258"/>
                      <a:pt x="0" y="3126"/>
                      <a:pt x="35" y="2959"/>
                    </a:cubicBezTo>
                    <a:lnTo>
                      <a:pt x="529" y="254"/>
                    </a:lnTo>
                    <a:cubicBezTo>
                      <a:pt x="558" y="110"/>
                      <a:pt x="737" y="1"/>
                      <a:pt x="932" y="1"/>
                    </a:cubicBezTo>
                    <a:lnTo>
                      <a:pt x="11515" y="1"/>
                    </a:lnTo>
                    <a:cubicBezTo>
                      <a:pt x="11717" y="1"/>
                      <a:pt x="11895" y="116"/>
                      <a:pt x="11918" y="254"/>
                    </a:cubicBezTo>
                    <a:lnTo>
                      <a:pt x="12413" y="2959"/>
                    </a:lnTo>
                    <a:cubicBezTo>
                      <a:pt x="12448" y="3126"/>
                      <a:pt x="12298" y="3258"/>
                      <a:pt x="12074" y="32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5996926" y="1962600"/>
                <a:ext cx="733748" cy="692591"/>
              </a:xfrm>
              <a:custGeom>
                <a:avLst/>
                <a:gdLst/>
                <a:ahLst/>
                <a:cxnLst/>
                <a:rect l="l" t="t" r="r" b="b"/>
                <a:pathLst>
                  <a:path w="12622" h="11914" extrusionOk="0">
                    <a:moveTo>
                      <a:pt x="11361" y="9364"/>
                    </a:moveTo>
                    <a:lnTo>
                      <a:pt x="9583" y="9364"/>
                    </a:lnTo>
                    <a:cubicBezTo>
                      <a:pt x="9393" y="9364"/>
                      <a:pt x="9232" y="9525"/>
                      <a:pt x="9232" y="9721"/>
                    </a:cubicBezTo>
                    <a:lnTo>
                      <a:pt x="9226" y="11534"/>
                    </a:lnTo>
                    <a:cubicBezTo>
                      <a:pt x="9226" y="11781"/>
                      <a:pt x="8915" y="11913"/>
                      <a:pt x="8737" y="11723"/>
                    </a:cubicBezTo>
                    <a:lnTo>
                      <a:pt x="6820" y="9767"/>
                    </a:lnTo>
                    <a:cubicBezTo>
                      <a:pt x="6492" y="9502"/>
                      <a:pt x="6078" y="9358"/>
                      <a:pt x="5658" y="9358"/>
                    </a:cubicBezTo>
                    <a:lnTo>
                      <a:pt x="1261" y="9358"/>
                    </a:lnTo>
                    <a:cubicBezTo>
                      <a:pt x="571" y="9358"/>
                      <a:pt x="1" y="8800"/>
                      <a:pt x="1" y="8098"/>
                    </a:cubicBezTo>
                    <a:lnTo>
                      <a:pt x="1" y="1255"/>
                    </a:lnTo>
                    <a:cubicBezTo>
                      <a:pt x="1" y="565"/>
                      <a:pt x="565" y="1"/>
                      <a:pt x="1261" y="1"/>
                    </a:cubicBezTo>
                    <a:lnTo>
                      <a:pt x="11355" y="1"/>
                    </a:lnTo>
                    <a:cubicBezTo>
                      <a:pt x="12046" y="1"/>
                      <a:pt x="12615" y="559"/>
                      <a:pt x="12615" y="1255"/>
                    </a:cubicBezTo>
                    <a:lnTo>
                      <a:pt x="12615" y="8109"/>
                    </a:lnTo>
                    <a:cubicBezTo>
                      <a:pt x="12621" y="8806"/>
                      <a:pt x="12051" y="9364"/>
                      <a:pt x="11361" y="93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6163240" y="2083048"/>
                <a:ext cx="375362" cy="302812"/>
              </a:xfrm>
              <a:custGeom>
                <a:avLst/>
                <a:gdLst/>
                <a:ahLst/>
                <a:cxnLst/>
                <a:rect l="l" t="t" r="r" b="b"/>
                <a:pathLst>
                  <a:path w="6457" h="5209" extrusionOk="0">
                    <a:moveTo>
                      <a:pt x="2952" y="2964"/>
                    </a:moveTo>
                    <a:lnTo>
                      <a:pt x="1853" y="2964"/>
                    </a:lnTo>
                    <a:cubicBezTo>
                      <a:pt x="1916" y="3523"/>
                      <a:pt x="2164" y="4213"/>
                      <a:pt x="2952" y="4213"/>
                    </a:cubicBezTo>
                    <a:lnTo>
                      <a:pt x="2952" y="5209"/>
                    </a:lnTo>
                    <a:lnTo>
                      <a:pt x="2227" y="5209"/>
                    </a:lnTo>
                    <a:cubicBezTo>
                      <a:pt x="996" y="5209"/>
                      <a:pt x="0" y="4207"/>
                      <a:pt x="0" y="2976"/>
                    </a:cubicBezTo>
                    <a:lnTo>
                      <a:pt x="0" y="2964"/>
                    </a:lnTo>
                    <a:lnTo>
                      <a:pt x="0" y="2257"/>
                    </a:lnTo>
                    <a:lnTo>
                      <a:pt x="0" y="6"/>
                    </a:lnTo>
                    <a:lnTo>
                      <a:pt x="2952" y="6"/>
                    </a:lnTo>
                    <a:close/>
                    <a:moveTo>
                      <a:pt x="6457" y="1"/>
                    </a:moveTo>
                    <a:lnTo>
                      <a:pt x="3499" y="1"/>
                    </a:lnTo>
                    <a:lnTo>
                      <a:pt x="3499" y="2251"/>
                    </a:lnTo>
                    <a:lnTo>
                      <a:pt x="3499" y="2959"/>
                    </a:lnTo>
                    <a:lnTo>
                      <a:pt x="3499" y="2970"/>
                    </a:lnTo>
                    <a:cubicBezTo>
                      <a:pt x="3499" y="4202"/>
                      <a:pt x="4500" y="5203"/>
                      <a:pt x="5732" y="5203"/>
                    </a:cubicBezTo>
                    <a:lnTo>
                      <a:pt x="6457" y="5203"/>
                    </a:lnTo>
                    <a:lnTo>
                      <a:pt x="6457" y="4207"/>
                    </a:lnTo>
                    <a:cubicBezTo>
                      <a:pt x="5674" y="4207"/>
                      <a:pt x="5427" y="3517"/>
                      <a:pt x="5358" y="2959"/>
                    </a:cubicBezTo>
                    <a:lnTo>
                      <a:pt x="6457" y="29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6580041" y="2438050"/>
                <a:ext cx="733051" cy="692532"/>
              </a:xfrm>
              <a:custGeom>
                <a:avLst/>
                <a:gdLst/>
                <a:ahLst/>
                <a:cxnLst/>
                <a:rect l="l" t="t" r="r" b="b"/>
                <a:pathLst>
                  <a:path w="12610" h="11913" extrusionOk="0">
                    <a:moveTo>
                      <a:pt x="1249" y="9369"/>
                    </a:moveTo>
                    <a:lnTo>
                      <a:pt x="3028" y="9369"/>
                    </a:lnTo>
                    <a:cubicBezTo>
                      <a:pt x="3223" y="9369"/>
                      <a:pt x="3379" y="9524"/>
                      <a:pt x="3379" y="9720"/>
                    </a:cubicBezTo>
                    <a:lnTo>
                      <a:pt x="3384" y="11533"/>
                    </a:lnTo>
                    <a:cubicBezTo>
                      <a:pt x="3384" y="11786"/>
                      <a:pt x="3695" y="11913"/>
                      <a:pt x="3879" y="11728"/>
                    </a:cubicBezTo>
                    <a:lnTo>
                      <a:pt x="5790" y="9772"/>
                    </a:lnTo>
                    <a:cubicBezTo>
                      <a:pt x="6118" y="9501"/>
                      <a:pt x="6532" y="9357"/>
                      <a:pt x="6952" y="9357"/>
                    </a:cubicBezTo>
                    <a:lnTo>
                      <a:pt x="11349" y="9357"/>
                    </a:lnTo>
                    <a:cubicBezTo>
                      <a:pt x="12040" y="9357"/>
                      <a:pt x="12609" y="8799"/>
                      <a:pt x="12609" y="8103"/>
                    </a:cubicBezTo>
                    <a:lnTo>
                      <a:pt x="12609" y="1260"/>
                    </a:lnTo>
                    <a:cubicBezTo>
                      <a:pt x="12609" y="570"/>
                      <a:pt x="12045" y="0"/>
                      <a:pt x="11349" y="0"/>
                    </a:cubicBezTo>
                    <a:lnTo>
                      <a:pt x="1255" y="0"/>
                    </a:lnTo>
                    <a:cubicBezTo>
                      <a:pt x="564" y="0"/>
                      <a:pt x="1" y="564"/>
                      <a:pt x="1" y="1260"/>
                    </a:cubicBezTo>
                    <a:lnTo>
                      <a:pt x="1" y="8103"/>
                    </a:lnTo>
                    <a:cubicBezTo>
                      <a:pt x="1" y="8805"/>
                      <a:pt x="559" y="9369"/>
                      <a:pt x="1249" y="93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6771409" y="2559138"/>
                <a:ext cx="375710" cy="302115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5197" extrusionOk="0">
                    <a:moveTo>
                      <a:pt x="3505" y="0"/>
                    </a:moveTo>
                    <a:lnTo>
                      <a:pt x="6463" y="0"/>
                    </a:lnTo>
                    <a:lnTo>
                      <a:pt x="6463" y="2250"/>
                    </a:lnTo>
                    <a:lnTo>
                      <a:pt x="6463" y="2953"/>
                    </a:lnTo>
                    <a:lnTo>
                      <a:pt x="6463" y="2970"/>
                    </a:lnTo>
                    <a:cubicBezTo>
                      <a:pt x="6463" y="4201"/>
                      <a:pt x="5462" y="5197"/>
                      <a:pt x="4230" y="5197"/>
                    </a:cubicBezTo>
                    <a:lnTo>
                      <a:pt x="3505" y="5197"/>
                    </a:lnTo>
                    <a:lnTo>
                      <a:pt x="3505" y="4207"/>
                    </a:lnTo>
                    <a:cubicBezTo>
                      <a:pt x="4288" y="4207"/>
                      <a:pt x="4535" y="3516"/>
                      <a:pt x="4604" y="2953"/>
                    </a:cubicBezTo>
                    <a:lnTo>
                      <a:pt x="3505" y="2953"/>
                    </a:lnTo>
                    <a:close/>
                    <a:moveTo>
                      <a:pt x="0" y="2953"/>
                    </a:moveTo>
                    <a:lnTo>
                      <a:pt x="1105" y="2953"/>
                    </a:lnTo>
                    <a:cubicBezTo>
                      <a:pt x="1036" y="3516"/>
                      <a:pt x="794" y="4207"/>
                      <a:pt x="0" y="4207"/>
                    </a:cubicBezTo>
                    <a:lnTo>
                      <a:pt x="0" y="5197"/>
                    </a:lnTo>
                    <a:lnTo>
                      <a:pt x="731" y="5197"/>
                    </a:lnTo>
                    <a:cubicBezTo>
                      <a:pt x="1957" y="5197"/>
                      <a:pt x="2958" y="4201"/>
                      <a:pt x="2958" y="2970"/>
                    </a:cubicBezTo>
                    <a:lnTo>
                      <a:pt x="2958" y="2953"/>
                    </a:lnTo>
                    <a:lnTo>
                      <a:pt x="2958" y="2250"/>
                    </a:lnTo>
                    <a:lnTo>
                      <a:pt x="295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7072122" y="1652817"/>
                <a:ext cx="779557" cy="813332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13991" extrusionOk="0">
                    <a:moveTo>
                      <a:pt x="12886" y="13991"/>
                    </a:moveTo>
                    <a:lnTo>
                      <a:pt x="525" y="13991"/>
                    </a:lnTo>
                    <a:cubicBezTo>
                      <a:pt x="237" y="13991"/>
                      <a:pt x="1" y="13755"/>
                      <a:pt x="1" y="13467"/>
                    </a:cubicBezTo>
                    <a:lnTo>
                      <a:pt x="1" y="525"/>
                    </a:lnTo>
                    <a:cubicBezTo>
                      <a:pt x="1" y="237"/>
                      <a:pt x="237" y="1"/>
                      <a:pt x="525" y="1"/>
                    </a:cubicBezTo>
                    <a:lnTo>
                      <a:pt x="12886" y="1"/>
                    </a:lnTo>
                    <a:cubicBezTo>
                      <a:pt x="13174" y="1"/>
                      <a:pt x="13410" y="237"/>
                      <a:pt x="13410" y="525"/>
                    </a:cubicBezTo>
                    <a:lnTo>
                      <a:pt x="13410" y="13467"/>
                    </a:lnTo>
                    <a:cubicBezTo>
                      <a:pt x="13410" y="13761"/>
                      <a:pt x="13174" y="13991"/>
                      <a:pt x="12886" y="139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7186234" y="1775939"/>
                <a:ext cx="551387" cy="566792"/>
              </a:xfrm>
              <a:custGeom>
                <a:avLst/>
                <a:gdLst/>
                <a:ahLst/>
                <a:cxnLst/>
                <a:rect l="l" t="t" r="r" b="b"/>
                <a:pathLst>
                  <a:path w="9485" h="9750" extrusionOk="0">
                    <a:moveTo>
                      <a:pt x="9179" y="8167"/>
                    </a:moveTo>
                    <a:lnTo>
                      <a:pt x="8454" y="8167"/>
                    </a:lnTo>
                    <a:lnTo>
                      <a:pt x="8454" y="7131"/>
                    </a:lnTo>
                    <a:lnTo>
                      <a:pt x="7292" y="7131"/>
                    </a:lnTo>
                    <a:lnTo>
                      <a:pt x="7292" y="6561"/>
                    </a:lnTo>
                    <a:lnTo>
                      <a:pt x="7953" y="6561"/>
                    </a:lnTo>
                    <a:cubicBezTo>
                      <a:pt x="8155" y="6561"/>
                      <a:pt x="8316" y="6400"/>
                      <a:pt x="8316" y="6199"/>
                    </a:cubicBezTo>
                    <a:lnTo>
                      <a:pt x="8316" y="4587"/>
                    </a:lnTo>
                    <a:cubicBezTo>
                      <a:pt x="8316" y="4386"/>
                      <a:pt x="8155" y="4219"/>
                      <a:pt x="7953" y="4219"/>
                    </a:cubicBezTo>
                    <a:lnTo>
                      <a:pt x="7292" y="4219"/>
                    </a:lnTo>
                    <a:lnTo>
                      <a:pt x="7292" y="3292"/>
                    </a:lnTo>
                    <a:lnTo>
                      <a:pt x="4892" y="3292"/>
                    </a:lnTo>
                    <a:lnTo>
                      <a:pt x="4892" y="2608"/>
                    </a:lnTo>
                    <a:lnTo>
                      <a:pt x="6814" y="2608"/>
                    </a:lnTo>
                    <a:cubicBezTo>
                      <a:pt x="7004" y="2608"/>
                      <a:pt x="7154" y="2458"/>
                      <a:pt x="7154" y="2268"/>
                    </a:cubicBezTo>
                    <a:lnTo>
                      <a:pt x="7154" y="340"/>
                    </a:lnTo>
                    <a:cubicBezTo>
                      <a:pt x="7154" y="156"/>
                      <a:pt x="7004" y="1"/>
                      <a:pt x="6814" y="1"/>
                    </a:cubicBezTo>
                    <a:lnTo>
                      <a:pt x="2688" y="1"/>
                    </a:lnTo>
                    <a:cubicBezTo>
                      <a:pt x="2498" y="1"/>
                      <a:pt x="2348" y="156"/>
                      <a:pt x="2348" y="340"/>
                    </a:cubicBezTo>
                    <a:lnTo>
                      <a:pt x="2348" y="2268"/>
                    </a:lnTo>
                    <a:cubicBezTo>
                      <a:pt x="2348" y="2458"/>
                      <a:pt x="2498" y="2608"/>
                      <a:pt x="2688" y="2608"/>
                    </a:cubicBezTo>
                    <a:lnTo>
                      <a:pt x="4604" y="2608"/>
                    </a:lnTo>
                    <a:lnTo>
                      <a:pt x="4604" y="3292"/>
                    </a:lnTo>
                    <a:lnTo>
                      <a:pt x="2210" y="3292"/>
                    </a:lnTo>
                    <a:lnTo>
                      <a:pt x="2210" y="4219"/>
                    </a:lnTo>
                    <a:lnTo>
                      <a:pt x="1548" y="4219"/>
                    </a:lnTo>
                    <a:cubicBezTo>
                      <a:pt x="1347" y="4219"/>
                      <a:pt x="1180" y="4386"/>
                      <a:pt x="1180" y="4587"/>
                    </a:cubicBezTo>
                    <a:lnTo>
                      <a:pt x="1180" y="6199"/>
                    </a:lnTo>
                    <a:cubicBezTo>
                      <a:pt x="1180" y="6400"/>
                      <a:pt x="1347" y="6561"/>
                      <a:pt x="1548" y="6561"/>
                    </a:cubicBezTo>
                    <a:lnTo>
                      <a:pt x="2210" y="6561"/>
                    </a:lnTo>
                    <a:lnTo>
                      <a:pt x="2210" y="7131"/>
                    </a:lnTo>
                    <a:lnTo>
                      <a:pt x="1030" y="7131"/>
                    </a:lnTo>
                    <a:lnTo>
                      <a:pt x="1030" y="8167"/>
                    </a:lnTo>
                    <a:lnTo>
                      <a:pt x="305" y="8167"/>
                    </a:lnTo>
                    <a:cubicBezTo>
                      <a:pt x="138" y="8167"/>
                      <a:pt x="0" y="8305"/>
                      <a:pt x="0" y="8472"/>
                    </a:cubicBezTo>
                    <a:lnTo>
                      <a:pt x="0" y="9450"/>
                    </a:lnTo>
                    <a:cubicBezTo>
                      <a:pt x="0" y="9611"/>
                      <a:pt x="138" y="9749"/>
                      <a:pt x="305" y="9749"/>
                    </a:cubicBezTo>
                    <a:lnTo>
                      <a:pt x="2043" y="9749"/>
                    </a:lnTo>
                    <a:cubicBezTo>
                      <a:pt x="2210" y="9749"/>
                      <a:pt x="2348" y="9611"/>
                      <a:pt x="2348" y="9450"/>
                    </a:cubicBezTo>
                    <a:lnTo>
                      <a:pt x="2348" y="8460"/>
                    </a:lnTo>
                    <a:cubicBezTo>
                      <a:pt x="2348" y="8299"/>
                      <a:pt x="2210" y="8161"/>
                      <a:pt x="2043" y="8161"/>
                    </a:cubicBezTo>
                    <a:lnTo>
                      <a:pt x="1318" y="8161"/>
                    </a:lnTo>
                    <a:lnTo>
                      <a:pt x="1318" y="7413"/>
                    </a:lnTo>
                    <a:lnTo>
                      <a:pt x="4598" y="7413"/>
                    </a:lnTo>
                    <a:lnTo>
                      <a:pt x="4598" y="8161"/>
                    </a:lnTo>
                    <a:lnTo>
                      <a:pt x="3873" y="8161"/>
                    </a:lnTo>
                    <a:cubicBezTo>
                      <a:pt x="3706" y="8161"/>
                      <a:pt x="3568" y="8299"/>
                      <a:pt x="3568" y="8460"/>
                    </a:cubicBezTo>
                    <a:lnTo>
                      <a:pt x="3568" y="9450"/>
                    </a:lnTo>
                    <a:cubicBezTo>
                      <a:pt x="3568" y="9611"/>
                      <a:pt x="3706" y="9749"/>
                      <a:pt x="3873" y="9749"/>
                    </a:cubicBezTo>
                    <a:lnTo>
                      <a:pt x="5611" y="9749"/>
                    </a:lnTo>
                    <a:cubicBezTo>
                      <a:pt x="5778" y="9749"/>
                      <a:pt x="5916" y="9611"/>
                      <a:pt x="5916" y="9450"/>
                    </a:cubicBezTo>
                    <a:lnTo>
                      <a:pt x="5916" y="8460"/>
                    </a:lnTo>
                    <a:cubicBezTo>
                      <a:pt x="5916" y="8299"/>
                      <a:pt x="5778" y="8161"/>
                      <a:pt x="5611" y="8161"/>
                    </a:cubicBezTo>
                    <a:lnTo>
                      <a:pt x="4886" y="8161"/>
                    </a:lnTo>
                    <a:lnTo>
                      <a:pt x="4886" y="7413"/>
                    </a:lnTo>
                    <a:lnTo>
                      <a:pt x="8166" y="7413"/>
                    </a:lnTo>
                    <a:lnTo>
                      <a:pt x="8166" y="8161"/>
                    </a:lnTo>
                    <a:lnTo>
                      <a:pt x="7441" y="8161"/>
                    </a:lnTo>
                    <a:cubicBezTo>
                      <a:pt x="7274" y="8161"/>
                      <a:pt x="7136" y="8299"/>
                      <a:pt x="7136" y="8460"/>
                    </a:cubicBezTo>
                    <a:lnTo>
                      <a:pt x="7136" y="9450"/>
                    </a:lnTo>
                    <a:cubicBezTo>
                      <a:pt x="7136" y="9611"/>
                      <a:pt x="7274" y="9749"/>
                      <a:pt x="7441" y="9749"/>
                    </a:cubicBezTo>
                    <a:lnTo>
                      <a:pt x="9179" y="9749"/>
                    </a:lnTo>
                    <a:cubicBezTo>
                      <a:pt x="9346" y="9749"/>
                      <a:pt x="9484" y="9611"/>
                      <a:pt x="9484" y="9450"/>
                    </a:cubicBezTo>
                    <a:lnTo>
                      <a:pt x="9484" y="8460"/>
                    </a:lnTo>
                    <a:cubicBezTo>
                      <a:pt x="9478" y="8299"/>
                      <a:pt x="9346" y="8167"/>
                      <a:pt x="9179" y="8167"/>
                    </a:cubicBezTo>
                    <a:close/>
                    <a:moveTo>
                      <a:pt x="2492" y="7125"/>
                    </a:moveTo>
                    <a:lnTo>
                      <a:pt x="2492" y="6555"/>
                    </a:lnTo>
                    <a:lnTo>
                      <a:pt x="3154" y="6555"/>
                    </a:lnTo>
                    <a:cubicBezTo>
                      <a:pt x="3355" y="6555"/>
                      <a:pt x="3522" y="6389"/>
                      <a:pt x="3522" y="6187"/>
                    </a:cubicBezTo>
                    <a:lnTo>
                      <a:pt x="3522" y="4576"/>
                    </a:lnTo>
                    <a:cubicBezTo>
                      <a:pt x="3522" y="4374"/>
                      <a:pt x="3355" y="4213"/>
                      <a:pt x="3154" y="4213"/>
                    </a:cubicBezTo>
                    <a:lnTo>
                      <a:pt x="2492" y="4213"/>
                    </a:lnTo>
                    <a:lnTo>
                      <a:pt x="2492" y="3569"/>
                    </a:lnTo>
                    <a:lnTo>
                      <a:pt x="7004" y="3569"/>
                    </a:lnTo>
                    <a:lnTo>
                      <a:pt x="7004" y="4213"/>
                    </a:lnTo>
                    <a:lnTo>
                      <a:pt x="6342" y="4213"/>
                    </a:lnTo>
                    <a:cubicBezTo>
                      <a:pt x="6141" y="4213"/>
                      <a:pt x="5974" y="4374"/>
                      <a:pt x="5974" y="4576"/>
                    </a:cubicBezTo>
                    <a:lnTo>
                      <a:pt x="5974" y="6187"/>
                    </a:lnTo>
                    <a:cubicBezTo>
                      <a:pt x="5974" y="6389"/>
                      <a:pt x="6141" y="6555"/>
                      <a:pt x="6342" y="6555"/>
                    </a:cubicBezTo>
                    <a:lnTo>
                      <a:pt x="7004" y="6555"/>
                    </a:lnTo>
                    <a:lnTo>
                      <a:pt x="7004" y="71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7606756" y="2424280"/>
                <a:ext cx="734330" cy="766186"/>
              </a:xfrm>
              <a:custGeom>
                <a:avLst/>
                <a:gdLst/>
                <a:ahLst/>
                <a:cxnLst/>
                <a:rect l="l" t="t" r="r" b="b"/>
                <a:pathLst>
                  <a:path w="12632" h="13180" extrusionOk="0">
                    <a:moveTo>
                      <a:pt x="12131" y="13179"/>
                    </a:moveTo>
                    <a:lnTo>
                      <a:pt x="495" y="13179"/>
                    </a:lnTo>
                    <a:cubicBezTo>
                      <a:pt x="219" y="13179"/>
                      <a:pt x="0" y="12955"/>
                      <a:pt x="0" y="12684"/>
                    </a:cubicBezTo>
                    <a:lnTo>
                      <a:pt x="0" y="495"/>
                    </a:lnTo>
                    <a:cubicBezTo>
                      <a:pt x="0" y="225"/>
                      <a:pt x="219" y="1"/>
                      <a:pt x="495" y="1"/>
                    </a:cubicBezTo>
                    <a:lnTo>
                      <a:pt x="12131" y="1"/>
                    </a:lnTo>
                    <a:cubicBezTo>
                      <a:pt x="12407" y="1"/>
                      <a:pt x="12632" y="225"/>
                      <a:pt x="12632" y="495"/>
                    </a:cubicBezTo>
                    <a:lnTo>
                      <a:pt x="12632" y="12684"/>
                    </a:lnTo>
                    <a:cubicBezTo>
                      <a:pt x="12620" y="12960"/>
                      <a:pt x="12407" y="13179"/>
                      <a:pt x="12131" y="131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7"/>
              <p:cNvSpPr/>
              <p:nvPr/>
            </p:nvSpPr>
            <p:spPr>
              <a:xfrm>
                <a:off x="7737551" y="2539381"/>
                <a:ext cx="472443" cy="578825"/>
              </a:xfrm>
              <a:custGeom>
                <a:avLst/>
                <a:gdLst/>
                <a:ahLst/>
                <a:cxnLst/>
                <a:rect l="l" t="t" r="r" b="b"/>
                <a:pathLst>
                  <a:path w="8127" h="9957" extrusionOk="0">
                    <a:moveTo>
                      <a:pt x="8126" y="662"/>
                    </a:moveTo>
                    <a:cubicBezTo>
                      <a:pt x="8126" y="1025"/>
                      <a:pt x="6308" y="1324"/>
                      <a:pt x="4063" y="1324"/>
                    </a:cubicBezTo>
                    <a:cubicBezTo>
                      <a:pt x="1819" y="1324"/>
                      <a:pt x="0" y="1025"/>
                      <a:pt x="0" y="662"/>
                    </a:cubicBezTo>
                    <a:cubicBezTo>
                      <a:pt x="0" y="294"/>
                      <a:pt x="1819" y="0"/>
                      <a:pt x="4063" y="0"/>
                    </a:cubicBezTo>
                    <a:cubicBezTo>
                      <a:pt x="6308" y="0"/>
                      <a:pt x="8126" y="294"/>
                      <a:pt x="8126" y="662"/>
                    </a:cubicBezTo>
                    <a:close/>
                    <a:moveTo>
                      <a:pt x="8126" y="1387"/>
                    </a:moveTo>
                    <a:lnTo>
                      <a:pt x="8126" y="3539"/>
                    </a:lnTo>
                    <a:cubicBezTo>
                      <a:pt x="8126" y="3902"/>
                      <a:pt x="6308" y="4201"/>
                      <a:pt x="4063" y="4201"/>
                    </a:cubicBezTo>
                    <a:cubicBezTo>
                      <a:pt x="1819" y="4201"/>
                      <a:pt x="0" y="3902"/>
                      <a:pt x="0" y="3539"/>
                    </a:cubicBezTo>
                    <a:lnTo>
                      <a:pt x="0" y="1387"/>
                    </a:lnTo>
                    <a:cubicBezTo>
                      <a:pt x="0" y="1755"/>
                      <a:pt x="1819" y="2049"/>
                      <a:pt x="4063" y="2049"/>
                    </a:cubicBezTo>
                    <a:cubicBezTo>
                      <a:pt x="6308" y="2049"/>
                      <a:pt x="8126" y="1755"/>
                      <a:pt x="8126" y="1387"/>
                    </a:cubicBezTo>
                    <a:close/>
                    <a:moveTo>
                      <a:pt x="7510" y="2941"/>
                    </a:moveTo>
                    <a:cubicBezTo>
                      <a:pt x="7510" y="2768"/>
                      <a:pt x="7366" y="2624"/>
                      <a:pt x="7194" y="2624"/>
                    </a:cubicBezTo>
                    <a:cubicBezTo>
                      <a:pt x="7021" y="2624"/>
                      <a:pt x="6877" y="2768"/>
                      <a:pt x="6877" y="2941"/>
                    </a:cubicBezTo>
                    <a:cubicBezTo>
                      <a:pt x="6877" y="3114"/>
                      <a:pt x="7021" y="3257"/>
                      <a:pt x="7194" y="3257"/>
                    </a:cubicBezTo>
                    <a:cubicBezTo>
                      <a:pt x="7366" y="3257"/>
                      <a:pt x="7510" y="3114"/>
                      <a:pt x="7510" y="2941"/>
                    </a:cubicBezTo>
                    <a:close/>
                    <a:moveTo>
                      <a:pt x="8126" y="4265"/>
                    </a:moveTo>
                    <a:lnTo>
                      <a:pt x="8126" y="6417"/>
                    </a:lnTo>
                    <a:cubicBezTo>
                      <a:pt x="8126" y="6779"/>
                      <a:pt x="6308" y="7079"/>
                      <a:pt x="4063" y="7079"/>
                    </a:cubicBezTo>
                    <a:cubicBezTo>
                      <a:pt x="1819" y="7079"/>
                      <a:pt x="0" y="6779"/>
                      <a:pt x="0" y="6417"/>
                    </a:cubicBezTo>
                    <a:lnTo>
                      <a:pt x="0" y="4265"/>
                    </a:lnTo>
                    <a:cubicBezTo>
                      <a:pt x="0" y="4633"/>
                      <a:pt x="1819" y="4926"/>
                      <a:pt x="4063" y="4926"/>
                    </a:cubicBezTo>
                    <a:cubicBezTo>
                      <a:pt x="6308" y="4926"/>
                      <a:pt x="8126" y="4633"/>
                      <a:pt x="8126" y="4265"/>
                    </a:cubicBezTo>
                    <a:close/>
                    <a:moveTo>
                      <a:pt x="7510" y="5818"/>
                    </a:moveTo>
                    <a:cubicBezTo>
                      <a:pt x="7510" y="5646"/>
                      <a:pt x="7366" y="5502"/>
                      <a:pt x="7194" y="5502"/>
                    </a:cubicBezTo>
                    <a:cubicBezTo>
                      <a:pt x="7021" y="5502"/>
                      <a:pt x="6877" y="5646"/>
                      <a:pt x="6877" y="5818"/>
                    </a:cubicBezTo>
                    <a:cubicBezTo>
                      <a:pt x="6877" y="5991"/>
                      <a:pt x="7021" y="6135"/>
                      <a:pt x="7194" y="6135"/>
                    </a:cubicBezTo>
                    <a:cubicBezTo>
                      <a:pt x="7366" y="6135"/>
                      <a:pt x="7510" y="5991"/>
                      <a:pt x="7510" y="5818"/>
                    </a:cubicBezTo>
                    <a:close/>
                    <a:moveTo>
                      <a:pt x="8126" y="7142"/>
                    </a:moveTo>
                    <a:lnTo>
                      <a:pt x="8126" y="9294"/>
                    </a:lnTo>
                    <a:cubicBezTo>
                      <a:pt x="8126" y="9657"/>
                      <a:pt x="6308" y="9956"/>
                      <a:pt x="4063" y="9956"/>
                    </a:cubicBezTo>
                    <a:cubicBezTo>
                      <a:pt x="1819" y="9956"/>
                      <a:pt x="0" y="9657"/>
                      <a:pt x="0" y="9294"/>
                    </a:cubicBezTo>
                    <a:lnTo>
                      <a:pt x="0" y="7142"/>
                    </a:lnTo>
                    <a:cubicBezTo>
                      <a:pt x="0" y="7510"/>
                      <a:pt x="1819" y="7804"/>
                      <a:pt x="4063" y="7804"/>
                    </a:cubicBezTo>
                    <a:cubicBezTo>
                      <a:pt x="6308" y="7804"/>
                      <a:pt x="8126" y="7510"/>
                      <a:pt x="8126" y="7142"/>
                    </a:cubicBezTo>
                    <a:close/>
                    <a:moveTo>
                      <a:pt x="7510" y="8696"/>
                    </a:moveTo>
                    <a:cubicBezTo>
                      <a:pt x="7510" y="8523"/>
                      <a:pt x="7366" y="8379"/>
                      <a:pt x="7194" y="8379"/>
                    </a:cubicBezTo>
                    <a:cubicBezTo>
                      <a:pt x="7021" y="8379"/>
                      <a:pt x="6877" y="8523"/>
                      <a:pt x="6877" y="8696"/>
                    </a:cubicBezTo>
                    <a:cubicBezTo>
                      <a:pt x="6877" y="8868"/>
                      <a:pt x="7021" y="9012"/>
                      <a:pt x="7194" y="9012"/>
                    </a:cubicBezTo>
                    <a:cubicBezTo>
                      <a:pt x="7366" y="9012"/>
                      <a:pt x="7510" y="8868"/>
                      <a:pt x="7510" y="86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7"/>
              <p:cNvSpPr/>
              <p:nvPr/>
            </p:nvSpPr>
            <p:spPr>
              <a:xfrm>
                <a:off x="7990132" y="1845523"/>
                <a:ext cx="249912" cy="202824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3489" extrusionOk="0">
                    <a:moveTo>
                      <a:pt x="2331" y="6"/>
                    </a:moveTo>
                    <a:lnTo>
                      <a:pt x="4299" y="6"/>
                    </a:lnTo>
                    <a:lnTo>
                      <a:pt x="4299" y="1508"/>
                    </a:lnTo>
                    <a:lnTo>
                      <a:pt x="4299" y="1986"/>
                    </a:lnTo>
                    <a:lnTo>
                      <a:pt x="4299" y="1998"/>
                    </a:lnTo>
                    <a:cubicBezTo>
                      <a:pt x="4299" y="2821"/>
                      <a:pt x="3631" y="3488"/>
                      <a:pt x="2814" y="3488"/>
                    </a:cubicBezTo>
                    <a:lnTo>
                      <a:pt x="2331" y="3488"/>
                    </a:lnTo>
                    <a:lnTo>
                      <a:pt x="2331" y="2826"/>
                    </a:lnTo>
                    <a:cubicBezTo>
                      <a:pt x="2854" y="2826"/>
                      <a:pt x="3021" y="2366"/>
                      <a:pt x="3062" y="1992"/>
                    </a:cubicBezTo>
                    <a:lnTo>
                      <a:pt x="2331" y="1992"/>
                    </a:lnTo>
                    <a:lnTo>
                      <a:pt x="2331" y="6"/>
                    </a:lnTo>
                    <a:close/>
                    <a:moveTo>
                      <a:pt x="0" y="1986"/>
                    </a:moveTo>
                    <a:lnTo>
                      <a:pt x="731" y="1986"/>
                    </a:lnTo>
                    <a:cubicBezTo>
                      <a:pt x="691" y="2360"/>
                      <a:pt x="524" y="2821"/>
                      <a:pt x="0" y="2821"/>
                    </a:cubicBezTo>
                    <a:lnTo>
                      <a:pt x="0" y="3482"/>
                    </a:lnTo>
                    <a:lnTo>
                      <a:pt x="484" y="3482"/>
                    </a:lnTo>
                    <a:cubicBezTo>
                      <a:pt x="1301" y="3482"/>
                      <a:pt x="1968" y="2815"/>
                      <a:pt x="1968" y="1992"/>
                    </a:cubicBezTo>
                    <a:lnTo>
                      <a:pt x="1968" y="1980"/>
                    </a:lnTo>
                    <a:lnTo>
                      <a:pt x="1968" y="1503"/>
                    </a:lnTo>
                    <a:lnTo>
                      <a:pt x="1968" y="1"/>
                    </a:lnTo>
                    <a:lnTo>
                      <a:pt x="0" y="1"/>
                    </a:lnTo>
                    <a:lnTo>
                      <a:pt x="0" y="19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7"/>
              <p:cNvSpPr/>
              <p:nvPr/>
            </p:nvSpPr>
            <p:spPr>
              <a:xfrm>
                <a:off x="5923042" y="2617975"/>
                <a:ext cx="480407" cy="493836"/>
              </a:xfrm>
              <a:custGeom>
                <a:avLst/>
                <a:gdLst/>
                <a:ahLst/>
                <a:cxnLst/>
                <a:rect l="l" t="t" r="r" b="b"/>
                <a:pathLst>
                  <a:path w="8264" h="8495" extrusionOk="0">
                    <a:moveTo>
                      <a:pt x="7999" y="7119"/>
                    </a:moveTo>
                    <a:lnTo>
                      <a:pt x="7366" y="7119"/>
                    </a:lnTo>
                    <a:lnTo>
                      <a:pt x="7366" y="6216"/>
                    </a:lnTo>
                    <a:lnTo>
                      <a:pt x="6348" y="6216"/>
                    </a:lnTo>
                    <a:lnTo>
                      <a:pt x="6348" y="5715"/>
                    </a:lnTo>
                    <a:lnTo>
                      <a:pt x="6923" y="5715"/>
                    </a:lnTo>
                    <a:cubicBezTo>
                      <a:pt x="7096" y="5715"/>
                      <a:pt x="7240" y="5571"/>
                      <a:pt x="7240" y="5399"/>
                    </a:cubicBezTo>
                    <a:lnTo>
                      <a:pt x="7240" y="4000"/>
                    </a:lnTo>
                    <a:cubicBezTo>
                      <a:pt x="7240" y="3828"/>
                      <a:pt x="7096" y="3684"/>
                      <a:pt x="6923" y="3684"/>
                    </a:cubicBezTo>
                    <a:lnTo>
                      <a:pt x="6348" y="3684"/>
                    </a:lnTo>
                    <a:lnTo>
                      <a:pt x="6348" y="2867"/>
                    </a:lnTo>
                    <a:lnTo>
                      <a:pt x="4253" y="2867"/>
                    </a:lnTo>
                    <a:lnTo>
                      <a:pt x="4253" y="2274"/>
                    </a:lnTo>
                    <a:lnTo>
                      <a:pt x="5928" y="2274"/>
                    </a:lnTo>
                    <a:cubicBezTo>
                      <a:pt x="6089" y="2274"/>
                      <a:pt x="6221" y="2141"/>
                      <a:pt x="6221" y="1975"/>
                    </a:cubicBezTo>
                    <a:lnTo>
                      <a:pt x="6221" y="294"/>
                    </a:lnTo>
                    <a:cubicBezTo>
                      <a:pt x="6221" y="133"/>
                      <a:pt x="6094" y="1"/>
                      <a:pt x="5928" y="1"/>
                    </a:cubicBezTo>
                    <a:lnTo>
                      <a:pt x="2331" y="1"/>
                    </a:lnTo>
                    <a:cubicBezTo>
                      <a:pt x="2175" y="1"/>
                      <a:pt x="2037" y="127"/>
                      <a:pt x="2037" y="294"/>
                    </a:cubicBezTo>
                    <a:lnTo>
                      <a:pt x="2037" y="1975"/>
                    </a:lnTo>
                    <a:cubicBezTo>
                      <a:pt x="2037" y="2136"/>
                      <a:pt x="2164" y="2274"/>
                      <a:pt x="2331" y="2274"/>
                    </a:cubicBezTo>
                    <a:lnTo>
                      <a:pt x="4005" y="2274"/>
                    </a:lnTo>
                    <a:lnTo>
                      <a:pt x="4005" y="2867"/>
                    </a:lnTo>
                    <a:lnTo>
                      <a:pt x="1916" y="2867"/>
                    </a:lnTo>
                    <a:lnTo>
                      <a:pt x="1916" y="3684"/>
                    </a:lnTo>
                    <a:lnTo>
                      <a:pt x="1341" y="3684"/>
                    </a:lnTo>
                    <a:cubicBezTo>
                      <a:pt x="1168" y="3684"/>
                      <a:pt x="1024" y="3828"/>
                      <a:pt x="1024" y="4000"/>
                    </a:cubicBezTo>
                    <a:lnTo>
                      <a:pt x="1024" y="5399"/>
                    </a:lnTo>
                    <a:cubicBezTo>
                      <a:pt x="1024" y="5571"/>
                      <a:pt x="1168" y="5715"/>
                      <a:pt x="1341" y="5715"/>
                    </a:cubicBezTo>
                    <a:lnTo>
                      <a:pt x="1916" y="5715"/>
                    </a:lnTo>
                    <a:lnTo>
                      <a:pt x="1916" y="6216"/>
                    </a:lnTo>
                    <a:lnTo>
                      <a:pt x="892" y="6216"/>
                    </a:lnTo>
                    <a:lnTo>
                      <a:pt x="892" y="7119"/>
                    </a:lnTo>
                    <a:lnTo>
                      <a:pt x="259" y="7119"/>
                    </a:lnTo>
                    <a:cubicBezTo>
                      <a:pt x="115" y="7119"/>
                      <a:pt x="0" y="7234"/>
                      <a:pt x="0" y="7378"/>
                    </a:cubicBezTo>
                    <a:lnTo>
                      <a:pt x="0" y="8236"/>
                    </a:lnTo>
                    <a:cubicBezTo>
                      <a:pt x="0" y="8380"/>
                      <a:pt x="115" y="8495"/>
                      <a:pt x="259" y="8495"/>
                    </a:cubicBezTo>
                    <a:lnTo>
                      <a:pt x="1778" y="8495"/>
                    </a:lnTo>
                    <a:cubicBezTo>
                      <a:pt x="1922" y="8495"/>
                      <a:pt x="2037" y="8380"/>
                      <a:pt x="2037" y="8236"/>
                    </a:cubicBezTo>
                    <a:lnTo>
                      <a:pt x="2037" y="7378"/>
                    </a:lnTo>
                    <a:cubicBezTo>
                      <a:pt x="2037" y="7234"/>
                      <a:pt x="1922" y="7119"/>
                      <a:pt x="1778" y="7119"/>
                    </a:cubicBezTo>
                    <a:lnTo>
                      <a:pt x="1145" y="7119"/>
                    </a:lnTo>
                    <a:lnTo>
                      <a:pt x="1145" y="6463"/>
                    </a:lnTo>
                    <a:lnTo>
                      <a:pt x="4005" y="6463"/>
                    </a:lnTo>
                    <a:lnTo>
                      <a:pt x="4005" y="7119"/>
                    </a:lnTo>
                    <a:lnTo>
                      <a:pt x="3372" y="7119"/>
                    </a:lnTo>
                    <a:cubicBezTo>
                      <a:pt x="3229" y="7119"/>
                      <a:pt x="3113" y="7234"/>
                      <a:pt x="3113" y="7378"/>
                    </a:cubicBezTo>
                    <a:lnTo>
                      <a:pt x="3113" y="8236"/>
                    </a:lnTo>
                    <a:cubicBezTo>
                      <a:pt x="3113" y="8380"/>
                      <a:pt x="3229" y="8495"/>
                      <a:pt x="3372" y="8495"/>
                    </a:cubicBezTo>
                    <a:lnTo>
                      <a:pt x="4892" y="8495"/>
                    </a:lnTo>
                    <a:cubicBezTo>
                      <a:pt x="5036" y="8495"/>
                      <a:pt x="5151" y="8380"/>
                      <a:pt x="5151" y="8236"/>
                    </a:cubicBezTo>
                    <a:lnTo>
                      <a:pt x="5151" y="7378"/>
                    </a:lnTo>
                    <a:cubicBezTo>
                      <a:pt x="5151" y="7234"/>
                      <a:pt x="5036" y="7119"/>
                      <a:pt x="4892" y="7119"/>
                    </a:cubicBezTo>
                    <a:lnTo>
                      <a:pt x="4259" y="7119"/>
                    </a:lnTo>
                    <a:lnTo>
                      <a:pt x="4259" y="6463"/>
                    </a:lnTo>
                    <a:lnTo>
                      <a:pt x="7119" y="6463"/>
                    </a:lnTo>
                    <a:lnTo>
                      <a:pt x="7119" y="7119"/>
                    </a:lnTo>
                    <a:lnTo>
                      <a:pt x="6486" y="7119"/>
                    </a:lnTo>
                    <a:cubicBezTo>
                      <a:pt x="6342" y="7119"/>
                      <a:pt x="6227" y="7234"/>
                      <a:pt x="6227" y="7378"/>
                    </a:cubicBezTo>
                    <a:lnTo>
                      <a:pt x="6227" y="8236"/>
                    </a:lnTo>
                    <a:cubicBezTo>
                      <a:pt x="6227" y="8380"/>
                      <a:pt x="6342" y="8495"/>
                      <a:pt x="6486" y="8495"/>
                    </a:cubicBezTo>
                    <a:lnTo>
                      <a:pt x="8005" y="8495"/>
                    </a:lnTo>
                    <a:cubicBezTo>
                      <a:pt x="8149" y="8495"/>
                      <a:pt x="8264" y="8380"/>
                      <a:pt x="8264" y="8236"/>
                    </a:cubicBezTo>
                    <a:lnTo>
                      <a:pt x="8264" y="7378"/>
                    </a:lnTo>
                    <a:cubicBezTo>
                      <a:pt x="8264" y="7234"/>
                      <a:pt x="8143" y="7119"/>
                      <a:pt x="7999" y="7119"/>
                    </a:cubicBezTo>
                    <a:close/>
                    <a:moveTo>
                      <a:pt x="2164" y="6216"/>
                    </a:moveTo>
                    <a:lnTo>
                      <a:pt x="2164" y="5715"/>
                    </a:lnTo>
                    <a:lnTo>
                      <a:pt x="2739" y="5715"/>
                    </a:lnTo>
                    <a:cubicBezTo>
                      <a:pt x="2912" y="5715"/>
                      <a:pt x="3056" y="5571"/>
                      <a:pt x="3056" y="5399"/>
                    </a:cubicBezTo>
                    <a:lnTo>
                      <a:pt x="3056" y="4000"/>
                    </a:lnTo>
                    <a:cubicBezTo>
                      <a:pt x="3056" y="3828"/>
                      <a:pt x="2912" y="3684"/>
                      <a:pt x="2739" y="3684"/>
                    </a:cubicBezTo>
                    <a:lnTo>
                      <a:pt x="2164" y="3684"/>
                    </a:lnTo>
                    <a:lnTo>
                      <a:pt x="2164" y="3120"/>
                    </a:lnTo>
                    <a:lnTo>
                      <a:pt x="6100" y="3120"/>
                    </a:lnTo>
                    <a:lnTo>
                      <a:pt x="6100" y="3684"/>
                    </a:lnTo>
                    <a:lnTo>
                      <a:pt x="5525" y="3684"/>
                    </a:lnTo>
                    <a:cubicBezTo>
                      <a:pt x="5352" y="3684"/>
                      <a:pt x="5208" y="3828"/>
                      <a:pt x="5208" y="4000"/>
                    </a:cubicBezTo>
                    <a:lnTo>
                      <a:pt x="5208" y="5399"/>
                    </a:lnTo>
                    <a:cubicBezTo>
                      <a:pt x="5208" y="5571"/>
                      <a:pt x="5352" y="5715"/>
                      <a:pt x="5525" y="5715"/>
                    </a:cubicBezTo>
                    <a:lnTo>
                      <a:pt x="6100" y="5715"/>
                    </a:lnTo>
                    <a:lnTo>
                      <a:pt x="6100" y="62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7"/>
              <p:cNvSpPr/>
              <p:nvPr/>
            </p:nvSpPr>
            <p:spPr>
              <a:xfrm>
                <a:off x="6583703" y="1728446"/>
                <a:ext cx="289442" cy="354318"/>
              </a:xfrm>
              <a:custGeom>
                <a:avLst/>
                <a:gdLst/>
                <a:ahLst/>
                <a:cxnLst/>
                <a:rect l="l" t="t" r="r" b="b"/>
                <a:pathLst>
                  <a:path w="4979" h="6095" extrusionOk="0">
                    <a:moveTo>
                      <a:pt x="4979" y="403"/>
                    </a:moveTo>
                    <a:cubicBezTo>
                      <a:pt x="4979" y="628"/>
                      <a:pt x="3862" y="806"/>
                      <a:pt x="2493" y="806"/>
                    </a:cubicBezTo>
                    <a:cubicBezTo>
                      <a:pt x="1117" y="806"/>
                      <a:pt x="1" y="628"/>
                      <a:pt x="1" y="403"/>
                    </a:cubicBezTo>
                    <a:cubicBezTo>
                      <a:pt x="1" y="179"/>
                      <a:pt x="1117" y="1"/>
                      <a:pt x="2493" y="1"/>
                    </a:cubicBezTo>
                    <a:cubicBezTo>
                      <a:pt x="3862" y="1"/>
                      <a:pt x="4979" y="179"/>
                      <a:pt x="4979" y="403"/>
                    </a:cubicBezTo>
                    <a:close/>
                    <a:moveTo>
                      <a:pt x="4979" y="847"/>
                    </a:moveTo>
                    <a:lnTo>
                      <a:pt x="4979" y="2164"/>
                    </a:lnTo>
                    <a:cubicBezTo>
                      <a:pt x="4979" y="2389"/>
                      <a:pt x="3862" y="2567"/>
                      <a:pt x="2493" y="2567"/>
                    </a:cubicBezTo>
                    <a:cubicBezTo>
                      <a:pt x="1117" y="2567"/>
                      <a:pt x="1" y="2389"/>
                      <a:pt x="1" y="2164"/>
                    </a:cubicBezTo>
                    <a:lnTo>
                      <a:pt x="1" y="847"/>
                    </a:lnTo>
                    <a:cubicBezTo>
                      <a:pt x="1" y="1071"/>
                      <a:pt x="1117" y="1249"/>
                      <a:pt x="2493" y="1249"/>
                    </a:cubicBezTo>
                    <a:cubicBezTo>
                      <a:pt x="3862" y="1249"/>
                      <a:pt x="4979" y="1071"/>
                      <a:pt x="4979" y="847"/>
                    </a:cubicBezTo>
                    <a:close/>
                    <a:moveTo>
                      <a:pt x="4599" y="1796"/>
                    </a:moveTo>
                    <a:cubicBezTo>
                      <a:pt x="4599" y="1692"/>
                      <a:pt x="4513" y="1606"/>
                      <a:pt x="4403" y="1606"/>
                    </a:cubicBezTo>
                    <a:cubicBezTo>
                      <a:pt x="4294" y="1606"/>
                      <a:pt x="4208" y="1692"/>
                      <a:pt x="4208" y="1796"/>
                    </a:cubicBezTo>
                    <a:cubicBezTo>
                      <a:pt x="4208" y="1905"/>
                      <a:pt x="4294" y="1992"/>
                      <a:pt x="4403" y="1992"/>
                    </a:cubicBezTo>
                    <a:cubicBezTo>
                      <a:pt x="4513" y="1992"/>
                      <a:pt x="4599" y="1905"/>
                      <a:pt x="4599" y="1796"/>
                    </a:cubicBezTo>
                    <a:close/>
                    <a:moveTo>
                      <a:pt x="4979" y="2613"/>
                    </a:moveTo>
                    <a:lnTo>
                      <a:pt x="4979" y="3925"/>
                    </a:lnTo>
                    <a:cubicBezTo>
                      <a:pt x="4979" y="4150"/>
                      <a:pt x="3862" y="4328"/>
                      <a:pt x="2493" y="4328"/>
                    </a:cubicBezTo>
                    <a:cubicBezTo>
                      <a:pt x="1117" y="4328"/>
                      <a:pt x="1" y="4150"/>
                      <a:pt x="1" y="3925"/>
                    </a:cubicBezTo>
                    <a:lnTo>
                      <a:pt x="1" y="2613"/>
                    </a:lnTo>
                    <a:cubicBezTo>
                      <a:pt x="1" y="2832"/>
                      <a:pt x="1117" y="3016"/>
                      <a:pt x="2493" y="3016"/>
                    </a:cubicBezTo>
                    <a:cubicBezTo>
                      <a:pt x="3862" y="3016"/>
                      <a:pt x="4979" y="2832"/>
                      <a:pt x="4979" y="2613"/>
                    </a:cubicBezTo>
                    <a:close/>
                    <a:moveTo>
                      <a:pt x="4599" y="3563"/>
                    </a:moveTo>
                    <a:cubicBezTo>
                      <a:pt x="4599" y="3453"/>
                      <a:pt x="4513" y="3367"/>
                      <a:pt x="4403" y="3367"/>
                    </a:cubicBezTo>
                    <a:cubicBezTo>
                      <a:pt x="4294" y="3367"/>
                      <a:pt x="4208" y="3453"/>
                      <a:pt x="4208" y="3563"/>
                    </a:cubicBezTo>
                    <a:cubicBezTo>
                      <a:pt x="4208" y="3666"/>
                      <a:pt x="4294" y="3753"/>
                      <a:pt x="4403" y="3753"/>
                    </a:cubicBezTo>
                    <a:cubicBezTo>
                      <a:pt x="4513" y="3753"/>
                      <a:pt x="4599" y="3666"/>
                      <a:pt x="4599" y="3563"/>
                    </a:cubicBezTo>
                    <a:close/>
                    <a:moveTo>
                      <a:pt x="4979" y="4374"/>
                    </a:moveTo>
                    <a:lnTo>
                      <a:pt x="4979" y="5692"/>
                    </a:lnTo>
                    <a:cubicBezTo>
                      <a:pt x="4979" y="5911"/>
                      <a:pt x="3862" y="6095"/>
                      <a:pt x="2493" y="6095"/>
                    </a:cubicBezTo>
                    <a:cubicBezTo>
                      <a:pt x="1117" y="6095"/>
                      <a:pt x="1" y="5911"/>
                      <a:pt x="1" y="5692"/>
                    </a:cubicBezTo>
                    <a:lnTo>
                      <a:pt x="1" y="4374"/>
                    </a:lnTo>
                    <a:cubicBezTo>
                      <a:pt x="1" y="4599"/>
                      <a:pt x="1117" y="4777"/>
                      <a:pt x="2493" y="4777"/>
                    </a:cubicBezTo>
                    <a:cubicBezTo>
                      <a:pt x="3862" y="4777"/>
                      <a:pt x="4979" y="4599"/>
                      <a:pt x="4979" y="4374"/>
                    </a:cubicBezTo>
                    <a:close/>
                    <a:moveTo>
                      <a:pt x="4599" y="5324"/>
                    </a:moveTo>
                    <a:cubicBezTo>
                      <a:pt x="4599" y="5214"/>
                      <a:pt x="4513" y="5128"/>
                      <a:pt x="4403" y="5128"/>
                    </a:cubicBezTo>
                    <a:cubicBezTo>
                      <a:pt x="4294" y="5128"/>
                      <a:pt x="4208" y="5214"/>
                      <a:pt x="4208" y="5324"/>
                    </a:cubicBezTo>
                    <a:cubicBezTo>
                      <a:pt x="4208" y="5433"/>
                      <a:pt x="4294" y="5519"/>
                      <a:pt x="4403" y="5519"/>
                    </a:cubicBezTo>
                    <a:cubicBezTo>
                      <a:pt x="4513" y="5519"/>
                      <a:pt x="4599" y="5433"/>
                      <a:pt x="4599" y="5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0" name="Google Shape;850;p47"/>
            <p:cNvGrpSpPr/>
            <p:nvPr/>
          </p:nvGrpSpPr>
          <p:grpSpPr>
            <a:xfrm>
              <a:off x="6440272" y="769535"/>
              <a:ext cx="1749455" cy="858630"/>
              <a:chOff x="6440272" y="769535"/>
              <a:chExt cx="1749455" cy="858630"/>
            </a:xfrm>
          </p:grpSpPr>
          <p:sp>
            <p:nvSpPr>
              <p:cNvPr id="851" name="Google Shape;851;p47"/>
              <p:cNvSpPr/>
              <p:nvPr/>
            </p:nvSpPr>
            <p:spPr>
              <a:xfrm rot="-5400000">
                <a:off x="7670622" y="769535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7"/>
              <p:cNvSpPr/>
              <p:nvPr/>
            </p:nvSpPr>
            <p:spPr>
              <a:xfrm rot="-5400000">
                <a:off x="6440272" y="128222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7"/>
              <p:cNvSpPr/>
              <p:nvPr/>
            </p:nvSpPr>
            <p:spPr>
              <a:xfrm rot="-5400000">
                <a:off x="7176684" y="923603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7"/>
              <p:cNvSpPr/>
              <p:nvPr/>
            </p:nvSpPr>
            <p:spPr>
              <a:xfrm rot="-5400000">
                <a:off x="7983672" y="142211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7"/>
              <p:cNvSpPr/>
              <p:nvPr/>
            </p:nvSpPr>
            <p:spPr>
              <a:xfrm rot="-5400000">
                <a:off x="7703709" y="124427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6" name="Google Shape;856;p47"/>
            <p:cNvSpPr/>
            <p:nvPr/>
          </p:nvSpPr>
          <p:spPr>
            <a:xfrm>
              <a:off x="8189731" y="2120047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7235030" y="2898432"/>
              <a:ext cx="259947" cy="259667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158</Words>
  <Application>Microsoft Office PowerPoint</Application>
  <PresentationFormat>On-screen Show (16:9)</PresentationFormat>
  <Paragraphs>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Lato</vt:lpstr>
      <vt:lpstr>Sora</vt:lpstr>
      <vt:lpstr>Arial</vt:lpstr>
      <vt:lpstr>AI Essentials Workshop by Slidesgo</vt:lpstr>
      <vt:lpstr>Machine Learning &amp; KNN</vt:lpstr>
      <vt:lpstr>Pengertian Machine Learning</vt:lpstr>
      <vt:lpstr>Jenis-jenis Machine Learning</vt:lpstr>
      <vt:lpstr>Jenis-jenis Supervised</vt:lpstr>
      <vt:lpstr>Tahap Pembuatan Machine Learning</vt:lpstr>
      <vt:lpstr>Preprocessing Data</vt:lpstr>
      <vt:lpstr>Exploratory Data Analysis</vt:lpstr>
      <vt:lpstr>Modelling (KNN)</vt:lpstr>
      <vt:lpstr>Rumus KNN menggunakan Euclidean Distance</vt:lpstr>
      <vt:lpstr>Pseudocode KNN</vt:lpstr>
      <vt:lpstr>Evaluasi KNN</vt:lpstr>
      <vt:lpstr>Post-Test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Niansa Octavia</cp:lastModifiedBy>
  <cp:revision>2</cp:revision>
  <dcterms:modified xsi:type="dcterms:W3CDTF">2026-02-22T23:34:23Z</dcterms:modified>
</cp:coreProperties>
</file>