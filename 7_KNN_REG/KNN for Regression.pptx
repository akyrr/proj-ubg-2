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8"/>
  </p:notesMasterIdLst>
  <p:sldIdLst>
    <p:sldId id="256" r:id="rId2"/>
    <p:sldId id="262" r:id="rId3"/>
    <p:sldId id="308" r:id="rId4"/>
    <p:sldId id="309" r:id="rId5"/>
    <p:sldId id="276" r:id="rId6"/>
    <p:sldId id="270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Sora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4839E-159E-462B-9629-698303DF4AB8}">
  <a:tblStyle styleId="{F254839E-159E-462B-9629-698303DF4A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54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97341AD-C293-1094-BE8C-7C45278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79909BA2-F121-E2A3-80A2-2ADE5652C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EEB4567-A33A-D2E8-5B53-8B96D48F0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772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0ED7883-B6FF-600E-733F-65ADCBC6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9B1EA36-4F5D-1C61-D8BF-8832EE2D9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7A57B8D5-8F56-EEE1-D9FF-F1F8E84D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21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d1bf8d60a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d1bf8d60a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8" r:id="rId5"/>
    <p:sldLayoutId id="2147483662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KNN</a:t>
            </a:r>
            <a:br>
              <a:rPr lang="en-US" dirty="0"/>
            </a:br>
            <a:r>
              <a:rPr lang="en-US" dirty="0"/>
              <a:t>Regression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Implementasi</a:t>
            </a:r>
            <a:r>
              <a:rPr lang="en-US" dirty="0"/>
              <a:t> KNN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Pemodelan</a:t>
            </a:r>
            <a:r>
              <a:rPr lang="en-US" dirty="0"/>
              <a:t> </a:t>
            </a:r>
            <a:r>
              <a:rPr lang="en-US" dirty="0" err="1"/>
              <a:t>Regresi</a:t>
            </a:r>
            <a:endParaRPr dirty="0"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844661" y="1212602"/>
            <a:ext cx="4887892" cy="5604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KNN bisa untuk regresi?</a:t>
            </a:r>
            <a:endParaRPr sz="2400"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920399" y="2106453"/>
            <a:ext cx="4371300" cy="18469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buSzPct val="100000"/>
            </a:pPr>
            <a:r>
              <a:rPr lang="en-US" sz="1600" dirty="0"/>
              <a:t>KNN </a:t>
            </a:r>
            <a:r>
              <a:rPr lang="en-US" sz="1600" dirty="0" err="1"/>
              <a:t>biasanya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klasifikasi</a:t>
            </a:r>
            <a:r>
              <a:rPr lang="en-US" sz="1600" dirty="0"/>
              <a:t>, </a:t>
            </a:r>
            <a:r>
              <a:rPr lang="en-US" sz="1600" dirty="0" err="1"/>
              <a:t>tapi</a:t>
            </a:r>
            <a:r>
              <a:rPr lang="en-US" sz="1600" dirty="0"/>
              <a:t> juga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regresi</a:t>
            </a:r>
            <a:r>
              <a:rPr lang="en-US" sz="1600" dirty="0"/>
              <a:t>. </a:t>
            </a:r>
            <a:r>
              <a:rPr lang="en-US" sz="1600" dirty="0" err="1"/>
              <a:t>Prediksi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mencari</a:t>
            </a:r>
            <a:r>
              <a:rPr lang="en-US" sz="1600" dirty="0"/>
              <a:t> rata-rata </a:t>
            </a:r>
            <a:r>
              <a:rPr lang="en-US" sz="1600" dirty="0" err="1"/>
              <a:t>nilai</a:t>
            </a:r>
            <a:r>
              <a:rPr lang="en-US" sz="1600" dirty="0"/>
              <a:t> target </a:t>
            </a:r>
            <a:r>
              <a:rPr lang="en-US" sz="1600" dirty="0" err="1"/>
              <a:t>dari</a:t>
            </a:r>
            <a:r>
              <a:rPr lang="en-US" sz="1600" dirty="0"/>
              <a:t> k yang </a:t>
            </a:r>
            <a:r>
              <a:rPr lang="en-US" sz="1600" dirty="0" err="1"/>
              <a:t>terdekat</a:t>
            </a:r>
            <a:r>
              <a:rPr lang="en-US" sz="1600" dirty="0"/>
              <a:t>. </a:t>
            </a:r>
            <a:r>
              <a:rPr lang="en-US" sz="1600" dirty="0" err="1"/>
              <a:t>Namun</a:t>
            </a:r>
            <a:r>
              <a:rPr lang="en-US" sz="1600" dirty="0"/>
              <a:t>, KNN regression ini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cocok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dataset </a:t>
            </a:r>
            <a:r>
              <a:rPr lang="en-US" sz="1600" dirty="0" err="1"/>
              <a:t>kecil-menengah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pola</a:t>
            </a:r>
            <a:r>
              <a:rPr lang="en-US" sz="1600" dirty="0"/>
              <a:t> non-linear.</a:t>
            </a:r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ADC2471-446F-4DB2-254D-2F2F473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CE483DBE-AA11-233F-35D2-C0B77BCFA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Linear vs Non-linear</a:t>
            </a:r>
            <a:endParaRPr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8680AF-CABA-E626-04C6-0C2E010F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01" y="1298576"/>
            <a:ext cx="3430234" cy="225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532;p39">
            <a:extLst>
              <a:ext uri="{FF2B5EF4-FFF2-40B4-BE49-F238E27FC236}">
                <a16:creationId xmlns:a16="http://schemas.microsoft.com/office/drawing/2014/main" id="{9BE0DA7C-A4AE-9FF8-D925-ED19205EFA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44305" y="3632734"/>
            <a:ext cx="1574445" cy="4009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buSzPct val="100000"/>
            </a:pPr>
            <a:r>
              <a:rPr lang="en-US" sz="1600" dirty="0"/>
              <a:t>Linear Pattern</a:t>
            </a:r>
          </a:p>
        </p:txBody>
      </p:sp>
      <p:pic>
        <p:nvPicPr>
          <p:cNvPr id="1028" name="Picture 4" descr="kneighborsclassifier - Python Tutorial">
            <a:extLst>
              <a:ext uri="{FF2B5EF4-FFF2-40B4-BE49-F238E27FC236}">
                <a16:creationId xmlns:a16="http://schemas.microsoft.com/office/drawing/2014/main" id="{98F7A94B-4675-6058-945D-64F1363702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2" t="4228" r="6448" b="3608"/>
          <a:stretch>
            <a:fillRect/>
          </a:stretch>
        </p:blipFill>
        <p:spPr bwMode="auto">
          <a:xfrm>
            <a:off x="4831647" y="1298576"/>
            <a:ext cx="2899145" cy="227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532;p39">
            <a:extLst>
              <a:ext uri="{FF2B5EF4-FFF2-40B4-BE49-F238E27FC236}">
                <a16:creationId xmlns:a16="http://schemas.microsoft.com/office/drawing/2014/main" id="{5DE77CF3-EFC7-8BA4-F564-E40710C6C7D7}"/>
              </a:ext>
            </a:extLst>
          </p:cNvPr>
          <p:cNvSpPr txBox="1">
            <a:spLocks/>
          </p:cNvSpPr>
          <p:nvPr/>
        </p:nvSpPr>
        <p:spPr>
          <a:xfrm>
            <a:off x="5329901" y="3654524"/>
            <a:ext cx="1969794" cy="4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ct val="100000"/>
            </a:pPr>
            <a:r>
              <a:rPr lang="en-US" sz="1600" dirty="0"/>
              <a:t>Non-Linear Pattern</a:t>
            </a:r>
          </a:p>
        </p:txBody>
      </p:sp>
    </p:spTree>
    <p:extLst>
      <p:ext uri="{BB962C8B-B14F-4D97-AF65-F5344CB8AC3E}">
        <p14:creationId xmlns:p14="http://schemas.microsoft.com/office/powerpoint/2010/main" val="168538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223DC2A8-519F-7F93-B4A6-9F4DEA4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A67F587-92C4-8C45-3797-43A705B1B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92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KNN Regression works?</a:t>
            </a:r>
            <a:endParaRPr dirty="0"/>
          </a:p>
        </p:txBody>
      </p:sp>
      <p:pic>
        <p:nvPicPr>
          <p:cNvPr id="2050" name="Picture 2" descr="kNN.8 Nearest-neighbor regression example">
            <a:extLst>
              <a:ext uri="{FF2B5EF4-FFF2-40B4-BE49-F238E27FC236}">
                <a16:creationId xmlns:a16="http://schemas.microsoft.com/office/drawing/2014/main" id="{05963042-97FD-005B-120E-484B6B9944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3" t="17779" r="20370" b="-1"/>
          <a:stretch>
            <a:fillRect/>
          </a:stretch>
        </p:blipFill>
        <p:spPr bwMode="auto">
          <a:xfrm>
            <a:off x="2144889" y="972571"/>
            <a:ext cx="4854222" cy="374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72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Code:</a:t>
            </a:r>
            <a:endParaRPr dirty="0"/>
          </a:p>
        </p:txBody>
      </p:sp>
      <p:sp>
        <p:nvSpPr>
          <p:cNvPr id="984" name="Google Shape;984;p53"/>
          <p:cNvSpPr txBox="1"/>
          <p:nvPr/>
        </p:nvSpPr>
        <p:spPr>
          <a:xfrm>
            <a:off x="34026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60852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68CF9-B5CD-D045-4EAA-5B72E5444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4" t="22800" r="9383" b="15063"/>
          <a:stretch>
            <a:fillRect/>
          </a:stretch>
        </p:blipFill>
        <p:spPr>
          <a:xfrm>
            <a:off x="720000" y="1286933"/>
            <a:ext cx="7566044" cy="2935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69</Words>
  <Application>Microsoft Office PowerPoint</Application>
  <PresentationFormat>On-screen Show (16:9)</PresentationFormat>
  <Paragraphs>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Lato</vt:lpstr>
      <vt:lpstr>Sora</vt:lpstr>
      <vt:lpstr>Arial</vt:lpstr>
      <vt:lpstr>AI Essentials Workshop by Slidesgo</vt:lpstr>
      <vt:lpstr>KNN Regression</vt:lpstr>
      <vt:lpstr>KNN bisa untuk regresi?</vt:lpstr>
      <vt:lpstr>Linear vs Non-linear</vt:lpstr>
      <vt:lpstr>How KNN Regression works?</vt:lpstr>
      <vt:lpstr>Code: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Niansa Octavia</cp:lastModifiedBy>
  <cp:revision>3</cp:revision>
  <dcterms:modified xsi:type="dcterms:W3CDTF">2026-03-02T22:48:38Z</dcterms:modified>
</cp:coreProperties>
</file>